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notesMasterIdLst>
    <p:notesMasterId r:id="rId30"/>
  </p:notesMasterIdLst>
  <p:sldIdLst>
    <p:sldId id="256" r:id="rId2"/>
    <p:sldId id="257" r:id="rId3"/>
    <p:sldId id="260" r:id="rId4"/>
    <p:sldId id="259" r:id="rId5"/>
    <p:sldId id="258" r:id="rId6"/>
    <p:sldId id="261" r:id="rId7"/>
    <p:sldId id="280" r:id="rId8"/>
    <p:sldId id="262" r:id="rId9"/>
    <p:sldId id="279" r:id="rId10"/>
    <p:sldId id="281" r:id="rId11"/>
    <p:sldId id="263" r:id="rId12"/>
    <p:sldId id="264" r:id="rId13"/>
    <p:sldId id="265" r:id="rId14"/>
    <p:sldId id="283"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82" r:id="rId2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_rels/data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ata7.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 Id="rId14" Type="http://schemas.openxmlformats.org/officeDocument/2006/relationships/image" Target="../media/image35.svg"/></Relationships>
</file>

<file path=ppt/diagrams/_rels/data8.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10" Type="http://schemas.openxmlformats.org/officeDocument/2006/relationships/image" Target="../media/image45.svg"/><Relationship Id="rId4" Type="http://schemas.openxmlformats.org/officeDocument/2006/relationships/image" Target="../media/image39.svg"/><Relationship Id="rId9" Type="http://schemas.openxmlformats.org/officeDocument/2006/relationships/image" Target="../media/image44.png"/></Relationships>
</file>

<file path=ppt/diagrams/_rels/data10.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54.png"/><Relationship Id="rId3" Type="http://schemas.openxmlformats.org/officeDocument/2006/relationships/image" Target="../media/image48.png"/><Relationship Id="rId7" Type="http://schemas.openxmlformats.org/officeDocument/2006/relationships/image" Target="../media/image38.png"/><Relationship Id="rId12" Type="http://schemas.openxmlformats.org/officeDocument/2006/relationships/image" Target="../media/image41.svg"/><Relationship Id="rId2" Type="http://schemas.openxmlformats.org/officeDocument/2006/relationships/image" Target="../media/image47.svg"/><Relationship Id="rId1" Type="http://schemas.openxmlformats.org/officeDocument/2006/relationships/image" Target="../media/image46.png"/><Relationship Id="rId6" Type="http://schemas.openxmlformats.org/officeDocument/2006/relationships/image" Target="../media/image51.svg"/><Relationship Id="rId11" Type="http://schemas.openxmlformats.org/officeDocument/2006/relationships/image" Target="../media/image40.png"/><Relationship Id="rId5" Type="http://schemas.openxmlformats.org/officeDocument/2006/relationships/image" Target="../media/image50.png"/><Relationship Id="rId10" Type="http://schemas.openxmlformats.org/officeDocument/2006/relationships/image" Target="../media/image53.svg"/><Relationship Id="rId4" Type="http://schemas.openxmlformats.org/officeDocument/2006/relationships/image" Target="../media/image49.svg"/><Relationship Id="rId9" Type="http://schemas.openxmlformats.org/officeDocument/2006/relationships/image" Target="../media/image52.png"/><Relationship Id="rId14" Type="http://schemas.openxmlformats.org/officeDocument/2006/relationships/image" Target="../media/image55.svg"/></Relationships>
</file>

<file path=ppt/diagrams/_rels/drawing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rawing7.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 Id="rId14" Type="http://schemas.openxmlformats.org/officeDocument/2006/relationships/image" Target="../media/image35.svg"/></Relationships>
</file>

<file path=ppt/diagrams/_rels/drawing8.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10" Type="http://schemas.openxmlformats.org/officeDocument/2006/relationships/image" Target="../media/image45.svg"/><Relationship Id="rId4" Type="http://schemas.openxmlformats.org/officeDocument/2006/relationships/image" Target="../media/image39.svg"/><Relationship Id="rId9" Type="http://schemas.openxmlformats.org/officeDocument/2006/relationships/image" Target="../media/image44.png"/></Relationships>
</file>

<file path=ppt/diagrams/_rels/drawing10.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54.png"/><Relationship Id="rId3" Type="http://schemas.openxmlformats.org/officeDocument/2006/relationships/image" Target="../media/image48.png"/><Relationship Id="rId7" Type="http://schemas.openxmlformats.org/officeDocument/2006/relationships/image" Target="../media/image38.png"/><Relationship Id="rId12" Type="http://schemas.openxmlformats.org/officeDocument/2006/relationships/image" Target="../media/image41.svg"/><Relationship Id="rId2" Type="http://schemas.openxmlformats.org/officeDocument/2006/relationships/image" Target="../media/image47.svg"/><Relationship Id="rId1" Type="http://schemas.openxmlformats.org/officeDocument/2006/relationships/image" Target="../media/image46.png"/><Relationship Id="rId6" Type="http://schemas.openxmlformats.org/officeDocument/2006/relationships/image" Target="../media/image51.svg"/><Relationship Id="rId11" Type="http://schemas.openxmlformats.org/officeDocument/2006/relationships/image" Target="../media/image40.png"/><Relationship Id="rId5" Type="http://schemas.openxmlformats.org/officeDocument/2006/relationships/image" Target="../media/image50.png"/><Relationship Id="rId10" Type="http://schemas.openxmlformats.org/officeDocument/2006/relationships/image" Target="../media/image53.svg"/><Relationship Id="rId4" Type="http://schemas.openxmlformats.org/officeDocument/2006/relationships/image" Target="../media/image49.svg"/><Relationship Id="rId9" Type="http://schemas.openxmlformats.org/officeDocument/2006/relationships/image" Target="../media/image52.png"/><Relationship Id="rId14" Type="http://schemas.openxmlformats.org/officeDocument/2006/relationships/image" Target="../media/image55.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4D991473-BE47-415A-BD50-2282A0B98C46}"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82F158F0-3FFB-428C-8736-029D25490F9E}">
      <dgm:prSet/>
      <dgm:spPr/>
      <dgm:t>
        <a:bodyPr/>
        <a:lstStyle/>
        <a:p>
          <a:r>
            <a:rPr lang="en-US" b="0" i="0" dirty="0"/>
            <a:t>The following are features of </a:t>
          </a:r>
          <a:r>
            <a:rPr lang="en-US" b="1" i="0" dirty="0"/>
            <a:t>AMPS</a:t>
          </a:r>
          <a:r>
            <a:rPr lang="en-US" b="0" i="0" dirty="0"/>
            <a:t> </a:t>
          </a:r>
          <a:br>
            <a:rPr lang="en-US" b="0" i="0" dirty="0"/>
          </a:br>
          <a:br>
            <a:rPr lang="en-US" b="0" i="0" dirty="0"/>
          </a:br>
          <a:r>
            <a:rPr lang="en-US" b="0" i="0" dirty="0"/>
            <a:t>•  Mobile </a:t>
          </a:r>
          <a:r>
            <a:rPr lang="tr-TR" b="0" i="0" dirty="0" err="1"/>
            <a:t>Tx</a:t>
          </a:r>
          <a:r>
            <a:rPr lang="en-US" b="0" i="0" dirty="0"/>
            <a:t>/</a:t>
          </a:r>
          <a:r>
            <a:rPr lang="tr-TR" b="0" i="0" dirty="0" err="1"/>
            <a:t>Rx</a:t>
          </a:r>
          <a:r>
            <a:rPr lang="en-US" b="0" i="0" dirty="0"/>
            <a:t> frequency in MHz: 824 to 849(Tx) and 869 to 894 (Rx)</a:t>
          </a:r>
          <a:br>
            <a:rPr lang="en-US" b="0" i="0" dirty="0"/>
          </a:br>
          <a:r>
            <a:rPr lang="en-US" b="0" i="0" dirty="0"/>
            <a:t>•  Duplex scheme : FDD</a:t>
          </a:r>
          <a:br>
            <a:rPr lang="en-US" b="0" i="0" dirty="0"/>
          </a:br>
          <a:r>
            <a:rPr lang="en-US" b="0" i="0" dirty="0"/>
            <a:t>•  Multiple Access Scheme : FDMA</a:t>
          </a:r>
          <a:br>
            <a:rPr lang="en-US" b="0" i="0" dirty="0"/>
          </a:br>
          <a:r>
            <a:rPr lang="en-US" b="0" i="0" dirty="0"/>
            <a:t>•  No. of channels : 832 in AMPS</a:t>
          </a:r>
          <a:br>
            <a:rPr lang="en-US" b="0" i="0" dirty="0"/>
          </a:br>
          <a:r>
            <a:rPr lang="en-US" b="0" i="0" dirty="0"/>
            <a:t>•  Number of users per channel : one</a:t>
          </a:r>
          <a:br>
            <a:rPr lang="en-US" b="0" i="0" dirty="0"/>
          </a:br>
          <a:r>
            <a:rPr lang="en-US" b="0" i="0" dirty="0"/>
            <a:t>•  Spacing between RF channels : 30KHz in AMPS</a:t>
          </a:r>
          <a:br>
            <a:rPr lang="en-US" b="0" i="0" dirty="0"/>
          </a:br>
          <a:r>
            <a:rPr lang="en-US" b="0" i="0" dirty="0"/>
            <a:t>•  Modulation scheme : FM</a:t>
          </a:r>
          <a:endParaRPr lang="en-US" dirty="0"/>
        </a:p>
      </dgm:t>
    </dgm:pt>
    <dgm:pt modelId="{831648E9-AA98-4522-8D9E-234E8D213D05}" type="parTrans" cxnId="{132C38C7-C66D-412C-A7D9-B56D250E3490}">
      <dgm:prSet/>
      <dgm:spPr/>
      <dgm:t>
        <a:bodyPr/>
        <a:lstStyle/>
        <a:p>
          <a:endParaRPr lang="en-US"/>
        </a:p>
      </dgm:t>
    </dgm:pt>
    <dgm:pt modelId="{133AE94C-6CFA-4EF9-AE51-2FAFF6B9F3F9}" type="sibTrans" cxnId="{132C38C7-C66D-412C-A7D9-B56D250E3490}">
      <dgm:prSet/>
      <dgm:spPr/>
      <dgm:t>
        <a:bodyPr/>
        <a:lstStyle/>
        <a:p>
          <a:endParaRPr lang="en-US"/>
        </a:p>
      </dgm:t>
    </dgm:pt>
    <dgm:pt modelId="{C18A48BF-C22A-480F-AAA7-099A0C16CCE9}">
      <dgm:prSet/>
      <dgm:spPr/>
      <dgm:t>
        <a:bodyPr/>
        <a:lstStyle/>
        <a:p>
          <a:r>
            <a:rPr lang="en-US" b="0" i="0" dirty="0"/>
            <a:t>The following are features of </a:t>
          </a:r>
          <a:r>
            <a:rPr lang="en-US" b="1" i="0" dirty="0"/>
            <a:t>TACS</a:t>
          </a:r>
          <a:r>
            <a:rPr lang="en-US" b="0" i="0" dirty="0"/>
            <a:t> standard.</a:t>
          </a:r>
          <a:br>
            <a:rPr lang="en-US" dirty="0"/>
          </a:br>
          <a:br>
            <a:rPr lang="en-US" dirty="0"/>
          </a:br>
          <a:r>
            <a:rPr lang="en-US" b="0" i="0" dirty="0"/>
            <a:t>•  Mobile Tr</a:t>
          </a:r>
          <a:r>
            <a:rPr lang="tr-TR" b="0" i="0" dirty="0"/>
            <a:t>x</a:t>
          </a:r>
          <a:r>
            <a:rPr lang="en-US" b="0" i="0" dirty="0"/>
            <a:t>/R</a:t>
          </a:r>
          <a:r>
            <a:rPr lang="tr-TR" b="0" i="0" dirty="0"/>
            <a:t>x</a:t>
          </a:r>
          <a:r>
            <a:rPr lang="en-US" b="0" i="0" dirty="0"/>
            <a:t> frequency in MHz : For ETACS 916 to 949 (Rx) and 871 to 904 (Tx), For </a:t>
          </a:r>
          <a:r>
            <a:rPr lang="tr-TR" b="0" i="0" dirty="0"/>
            <a:t>     </a:t>
          </a:r>
          <a:r>
            <a:rPr lang="en-US" b="0" i="0" dirty="0"/>
            <a:t>NTACS 860 to 870 (Rx) and 915 to 925 (Tx)</a:t>
          </a:r>
          <a:br>
            <a:rPr lang="en-US" dirty="0"/>
          </a:br>
          <a:r>
            <a:rPr lang="en-US" b="0" i="0" dirty="0"/>
            <a:t>•  Duplex scheme : FDD</a:t>
          </a:r>
          <a:br>
            <a:rPr lang="en-US" dirty="0"/>
          </a:br>
          <a:r>
            <a:rPr lang="en-US" b="0" i="0" dirty="0"/>
            <a:t>•  Multiple Access Scheme : FDMA</a:t>
          </a:r>
          <a:br>
            <a:rPr lang="en-US" dirty="0"/>
          </a:br>
          <a:r>
            <a:rPr lang="en-US" b="0" i="0" dirty="0"/>
            <a:t>•  No. of channels : 1240 in ETACS and 400 in NTACS</a:t>
          </a:r>
          <a:br>
            <a:rPr lang="en-US" dirty="0"/>
          </a:br>
          <a:r>
            <a:rPr lang="en-US" b="0" i="0" dirty="0"/>
            <a:t>•  Spacing between RF channels : 25 </a:t>
          </a:r>
          <a:r>
            <a:rPr lang="en-US" b="0" i="0" dirty="0" err="1"/>
            <a:t>KHz</a:t>
          </a:r>
          <a:r>
            <a:rPr lang="en-US" b="0" i="0" dirty="0"/>
            <a:t> in ETACS and 12.5 </a:t>
          </a:r>
          <a:r>
            <a:rPr lang="en-US" b="0" i="0" dirty="0" err="1"/>
            <a:t>KHz</a:t>
          </a:r>
          <a:r>
            <a:rPr lang="en-US" b="0" i="0" dirty="0"/>
            <a:t> in NTACS</a:t>
          </a:r>
          <a:endParaRPr lang="en-US" dirty="0"/>
        </a:p>
      </dgm:t>
    </dgm:pt>
    <dgm:pt modelId="{3275BB17-7C93-4C3B-B539-950DAC9E6859}" type="parTrans" cxnId="{A0BC4956-2EB5-446D-8C14-49676822BB4D}">
      <dgm:prSet/>
      <dgm:spPr/>
      <dgm:t>
        <a:bodyPr/>
        <a:lstStyle/>
        <a:p>
          <a:endParaRPr lang="en-US"/>
        </a:p>
      </dgm:t>
    </dgm:pt>
    <dgm:pt modelId="{13CC9098-17FA-4D04-9C3E-9B84507A05B2}" type="sibTrans" cxnId="{A0BC4956-2EB5-446D-8C14-49676822BB4D}">
      <dgm:prSet/>
      <dgm:spPr/>
      <dgm:t>
        <a:bodyPr/>
        <a:lstStyle/>
        <a:p>
          <a:endParaRPr lang="en-US"/>
        </a:p>
      </dgm:t>
    </dgm:pt>
    <dgm:pt modelId="{86AE47F6-EECD-4D0B-BC6A-8A7FA705F512}">
      <dgm:prSet/>
      <dgm:spPr/>
      <dgm:t>
        <a:bodyPr/>
        <a:lstStyle/>
        <a:p>
          <a:r>
            <a:rPr lang="en-US" b="0" i="0"/>
            <a:t>The following are features of </a:t>
          </a:r>
          <a:r>
            <a:rPr lang="en-US" b="1" i="0"/>
            <a:t>NMT</a:t>
          </a:r>
          <a:r>
            <a:rPr lang="en-US" b="0" i="0"/>
            <a:t> standard.</a:t>
          </a:r>
          <a:br>
            <a:rPr lang="en-US"/>
          </a:br>
          <a:br>
            <a:rPr lang="en-US"/>
          </a:br>
          <a:r>
            <a:rPr lang="en-US" b="0" i="0"/>
            <a:t>•  Mobile </a:t>
          </a:r>
          <a:r>
            <a:rPr lang="tr-TR" b="0" i="0"/>
            <a:t>Tx</a:t>
          </a:r>
          <a:r>
            <a:rPr lang="en-US" b="0" i="0"/>
            <a:t>/</a:t>
          </a:r>
          <a:r>
            <a:rPr lang="tr-TR" b="0" i="0"/>
            <a:t>Rx</a:t>
          </a:r>
          <a:r>
            <a:rPr lang="en-US" b="0" i="0"/>
            <a:t> frequency in MHz : 463 to 468 (Rx) and 453 to 458 (Tx) in NMT-450 standard 935 to 960 (Rx) and 890 to 915 (Tx) in NMT-900 standard</a:t>
          </a:r>
          <a:br>
            <a:rPr lang="en-US"/>
          </a:br>
          <a:r>
            <a:rPr lang="en-US" b="0" i="0"/>
            <a:t>•  Duplex scheme : FDD</a:t>
          </a:r>
          <a:br>
            <a:rPr lang="en-US"/>
          </a:br>
          <a:r>
            <a:rPr lang="en-US" b="0" i="0"/>
            <a:t>•  Multiple Access Scheme : FDMA</a:t>
          </a:r>
          <a:br>
            <a:rPr lang="en-US"/>
          </a:br>
          <a:r>
            <a:rPr lang="en-US" b="0" i="0"/>
            <a:t>•  No. of Channels : 200 in NMT-450 and 1999 in NMT-900</a:t>
          </a:r>
          <a:br>
            <a:rPr lang="en-US"/>
          </a:br>
          <a:r>
            <a:rPr lang="en-US" b="0" i="0"/>
            <a:t>•  Spacing between RF channels : 25 KHz in NMT-450 standard and 12.5 KHz in NMT-900</a:t>
          </a:r>
          <a:endParaRPr lang="en-US"/>
        </a:p>
      </dgm:t>
    </dgm:pt>
    <dgm:pt modelId="{9A27BD3A-6095-4895-A106-C62DB9896382}" type="parTrans" cxnId="{5279962A-65EA-4B1C-B1F3-4F4322A8B2F7}">
      <dgm:prSet/>
      <dgm:spPr/>
      <dgm:t>
        <a:bodyPr/>
        <a:lstStyle/>
        <a:p>
          <a:endParaRPr lang="en-US"/>
        </a:p>
      </dgm:t>
    </dgm:pt>
    <dgm:pt modelId="{035DC855-4DB2-4644-81A4-9D369B0B5767}" type="sibTrans" cxnId="{5279962A-65EA-4B1C-B1F3-4F4322A8B2F7}">
      <dgm:prSet/>
      <dgm:spPr/>
      <dgm:t>
        <a:bodyPr/>
        <a:lstStyle/>
        <a:p>
          <a:endParaRPr lang="en-US"/>
        </a:p>
      </dgm:t>
    </dgm:pt>
    <dgm:pt modelId="{F2400A61-FE75-4BB6-9676-FB5C40B07ACC}" type="pres">
      <dgm:prSet presAssocID="{4D991473-BE47-415A-BD50-2282A0B98C46}" presName="vert0" presStyleCnt="0">
        <dgm:presLayoutVars>
          <dgm:dir/>
          <dgm:animOne val="branch"/>
          <dgm:animLvl val="lvl"/>
        </dgm:presLayoutVars>
      </dgm:prSet>
      <dgm:spPr/>
    </dgm:pt>
    <dgm:pt modelId="{A3B09B53-1E54-4B7D-9E1E-4310FC7D70F7}" type="pres">
      <dgm:prSet presAssocID="{82F158F0-3FFB-428C-8736-029D25490F9E}" presName="thickLine" presStyleLbl="alignNode1" presStyleIdx="0" presStyleCnt="3"/>
      <dgm:spPr/>
    </dgm:pt>
    <dgm:pt modelId="{1379045D-67D7-449E-98CD-31D1F23E055F}" type="pres">
      <dgm:prSet presAssocID="{82F158F0-3FFB-428C-8736-029D25490F9E}" presName="horz1" presStyleCnt="0"/>
      <dgm:spPr/>
    </dgm:pt>
    <dgm:pt modelId="{857AAE7A-7969-4FAD-8F8C-6B56779F6E03}" type="pres">
      <dgm:prSet presAssocID="{82F158F0-3FFB-428C-8736-029D25490F9E}" presName="tx1" presStyleLbl="revTx" presStyleIdx="0" presStyleCnt="3"/>
      <dgm:spPr/>
    </dgm:pt>
    <dgm:pt modelId="{E177FAF0-F847-493D-A75E-BDFB36560018}" type="pres">
      <dgm:prSet presAssocID="{82F158F0-3FFB-428C-8736-029D25490F9E}" presName="vert1" presStyleCnt="0"/>
      <dgm:spPr/>
    </dgm:pt>
    <dgm:pt modelId="{33152C65-FF1C-4D47-BF56-542E6451BEE4}" type="pres">
      <dgm:prSet presAssocID="{C18A48BF-C22A-480F-AAA7-099A0C16CCE9}" presName="thickLine" presStyleLbl="alignNode1" presStyleIdx="1" presStyleCnt="3"/>
      <dgm:spPr/>
    </dgm:pt>
    <dgm:pt modelId="{23ED3221-415B-4BFF-B399-8F77A7904439}" type="pres">
      <dgm:prSet presAssocID="{C18A48BF-C22A-480F-AAA7-099A0C16CCE9}" presName="horz1" presStyleCnt="0"/>
      <dgm:spPr/>
    </dgm:pt>
    <dgm:pt modelId="{832608A8-CB18-498A-8FF9-8C68407CC618}" type="pres">
      <dgm:prSet presAssocID="{C18A48BF-C22A-480F-AAA7-099A0C16CCE9}" presName="tx1" presStyleLbl="revTx" presStyleIdx="1" presStyleCnt="3"/>
      <dgm:spPr/>
    </dgm:pt>
    <dgm:pt modelId="{B8A78C79-765F-4FC2-8D7E-EC7D25FD63FF}" type="pres">
      <dgm:prSet presAssocID="{C18A48BF-C22A-480F-AAA7-099A0C16CCE9}" presName="vert1" presStyleCnt="0"/>
      <dgm:spPr/>
    </dgm:pt>
    <dgm:pt modelId="{26AE33D8-B256-48EA-8A2C-2B5BFADF03C5}" type="pres">
      <dgm:prSet presAssocID="{86AE47F6-EECD-4D0B-BC6A-8A7FA705F512}" presName="thickLine" presStyleLbl="alignNode1" presStyleIdx="2" presStyleCnt="3"/>
      <dgm:spPr/>
    </dgm:pt>
    <dgm:pt modelId="{913075A4-C1B0-4A15-A6AE-DE8F128B6E6F}" type="pres">
      <dgm:prSet presAssocID="{86AE47F6-EECD-4D0B-BC6A-8A7FA705F512}" presName="horz1" presStyleCnt="0"/>
      <dgm:spPr/>
    </dgm:pt>
    <dgm:pt modelId="{7E257E9A-72D9-4159-8B8E-4A3E05516FAC}" type="pres">
      <dgm:prSet presAssocID="{86AE47F6-EECD-4D0B-BC6A-8A7FA705F512}" presName="tx1" presStyleLbl="revTx" presStyleIdx="2" presStyleCnt="3"/>
      <dgm:spPr/>
    </dgm:pt>
    <dgm:pt modelId="{407CEA70-14E4-4A21-B695-318A7E366605}" type="pres">
      <dgm:prSet presAssocID="{86AE47F6-EECD-4D0B-BC6A-8A7FA705F512}" presName="vert1" presStyleCnt="0"/>
      <dgm:spPr/>
    </dgm:pt>
  </dgm:ptLst>
  <dgm:cxnLst>
    <dgm:cxn modelId="{5279962A-65EA-4B1C-B1F3-4F4322A8B2F7}" srcId="{4D991473-BE47-415A-BD50-2282A0B98C46}" destId="{86AE47F6-EECD-4D0B-BC6A-8A7FA705F512}" srcOrd="2" destOrd="0" parTransId="{9A27BD3A-6095-4895-A106-C62DB9896382}" sibTransId="{035DC855-4DB2-4644-81A4-9D369B0B5767}"/>
    <dgm:cxn modelId="{C55A1D4F-A950-43F9-A23B-384DF465D338}" type="presOf" srcId="{4D991473-BE47-415A-BD50-2282A0B98C46}" destId="{F2400A61-FE75-4BB6-9676-FB5C40B07ACC}" srcOrd="0" destOrd="0" presId="urn:microsoft.com/office/officeart/2008/layout/LinedList"/>
    <dgm:cxn modelId="{A0BC4956-2EB5-446D-8C14-49676822BB4D}" srcId="{4D991473-BE47-415A-BD50-2282A0B98C46}" destId="{C18A48BF-C22A-480F-AAA7-099A0C16CCE9}" srcOrd="1" destOrd="0" parTransId="{3275BB17-7C93-4C3B-B539-950DAC9E6859}" sibTransId="{13CC9098-17FA-4D04-9C3E-9B84507A05B2}"/>
    <dgm:cxn modelId="{159BC88C-62A4-4605-BC28-6AE5C50F1A4A}" type="presOf" srcId="{C18A48BF-C22A-480F-AAA7-099A0C16CCE9}" destId="{832608A8-CB18-498A-8FF9-8C68407CC618}" srcOrd="0" destOrd="0" presId="urn:microsoft.com/office/officeart/2008/layout/LinedList"/>
    <dgm:cxn modelId="{3FB136A9-4526-48AA-AFAF-F16CC36D71B4}" type="presOf" srcId="{86AE47F6-EECD-4D0B-BC6A-8A7FA705F512}" destId="{7E257E9A-72D9-4159-8B8E-4A3E05516FAC}" srcOrd="0" destOrd="0" presId="urn:microsoft.com/office/officeart/2008/layout/LinedList"/>
    <dgm:cxn modelId="{132C38C7-C66D-412C-A7D9-B56D250E3490}" srcId="{4D991473-BE47-415A-BD50-2282A0B98C46}" destId="{82F158F0-3FFB-428C-8736-029D25490F9E}" srcOrd="0" destOrd="0" parTransId="{831648E9-AA98-4522-8D9E-234E8D213D05}" sibTransId="{133AE94C-6CFA-4EF9-AE51-2FAFF6B9F3F9}"/>
    <dgm:cxn modelId="{6B9897ED-9897-46BE-A61C-66F9A373484F}" type="presOf" srcId="{82F158F0-3FFB-428C-8736-029D25490F9E}" destId="{857AAE7A-7969-4FAD-8F8C-6B56779F6E03}" srcOrd="0" destOrd="0" presId="urn:microsoft.com/office/officeart/2008/layout/LinedList"/>
    <dgm:cxn modelId="{376A666B-AF11-4589-954D-639237D7F22B}" type="presParOf" srcId="{F2400A61-FE75-4BB6-9676-FB5C40B07ACC}" destId="{A3B09B53-1E54-4B7D-9E1E-4310FC7D70F7}" srcOrd="0" destOrd="0" presId="urn:microsoft.com/office/officeart/2008/layout/LinedList"/>
    <dgm:cxn modelId="{E11EB202-788C-4013-AB4D-0008492CEFBC}" type="presParOf" srcId="{F2400A61-FE75-4BB6-9676-FB5C40B07ACC}" destId="{1379045D-67D7-449E-98CD-31D1F23E055F}" srcOrd="1" destOrd="0" presId="urn:microsoft.com/office/officeart/2008/layout/LinedList"/>
    <dgm:cxn modelId="{5256AB71-5B86-417A-BE7B-9C5B4D5426EE}" type="presParOf" srcId="{1379045D-67D7-449E-98CD-31D1F23E055F}" destId="{857AAE7A-7969-4FAD-8F8C-6B56779F6E03}" srcOrd="0" destOrd="0" presId="urn:microsoft.com/office/officeart/2008/layout/LinedList"/>
    <dgm:cxn modelId="{935EEFA0-28C0-487C-A4C9-047CC3B8C525}" type="presParOf" srcId="{1379045D-67D7-449E-98CD-31D1F23E055F}" destId="{E177FAF0-F847-493D-A75E-BDFB36560018}" srcOrd="1" destOrd="0" presId="urn:microsoft.com/office/officeart/2008/layout/LinedList"/>
    <dgm:cxn modelId="{59453EFB-5A4A-4F20-BB4C-7401AF57E942}" type="presParOf" srcId="{F2400A61-FE75-4BB6-9676-FB5C40B07ACC}" destId="{33152C65-FF1C-4D47-BF56-542E6451BEE4}" srcOrd="2" destOrd="0" presId="urn:microsoft.com/office/officeart/2008/layout/LinedList"/>
    <dgm:cxn modelId="{9BFF4510-5276-4580-A00A-4B23911903A6}" type="presParOf" srcId="{F2400A61-FE75-4BB6-9676-FB5C40B07ACC}" destId="{23ED3221-415B-4BFF-B399-8F77A7904439}" srcOrd="3" destOrd="0" presId="urn:microsoft.com/office/officeart/2008/layout/LinedList"/>
    <dgm:cxn modelId="{536C33B1-6CE7-4E75-BA29-95EF8597D2DE}" type="presParOf" srcId="{23ED3221-415B-4BFF-B399-8F77A7904439}" destId="{832608A8-CB18-498A-8FF9-8C68407CC618}" srcOrd="0" destOrd="0" presId="urn:microsoft.com/office/officeart/2008/layout/LinedList"/>
    <dgm:cxn modelId="{CE451B55-34CA-49BA-8E73-60B1ABFDC2F2}" type="presParOf" srcId="{23ED3221-415B-4BFF-B399-8F77A7904439}" destId="{B8A78C79-765F-4FC2-8D7E-EC7D25FD63FF}" srcOrd="1" destOrd="0" presId="urn:microsoft.com/office/officeart/2008/layout/LinedList"/>
    <dgm:cxn modelId="{DABB627D-922E-40E7-9D7F-E21A16B4B3FF}" type="presParOf" srcId="{F2400A61-FE75-4BB6-9676-FB5C40B07ACC}" destId="{26AE33D8-B256-48EA-8A2C-2B5BFADF03C5}" srcOrd="4" destOrd="0" presId="urn:microsoft.com/office/officeart/2008/layout/LinedList"/>
    <dgm:cxn modelId="{F247DC2E-B9C2-4177-ACEA-1ACBEC04536F}" type="presParOf" srcId="{F2400A61-FE75-4BB6-9676-FB5C40B07ACC}" destId="{913075A4-C1B0-4A15-A6AE-DE8F128B6E6F}" srcOrd="5" destOrd="0" presId="urn:microsoft.com/office/officeart/2008/layout/LinedList"/>
    <dgm:cxn modelId="{295F3698-AF33-4EA0-81D9-4C413568AFB1}" type="presParOf" srcId="{913075A4-C1B0-4A15-A6AE-DE8F128B6E6F}" destId="{7E257E9A-72D9-4159-8B8E-4A3E05516FAC}" srcOrd="0" destOrd="0" presId="urn:microsoft.com/office/officeart/2008/layout/LinedList"/>
    <dgm:cxn modelId="{8F2394D0-E8FD-468F-83BA-3CF292AC49BE}" type="presParOf" srcId="{913075A4-C1B0-4A15-A6AE-DE8F128B6E6F}" destId="{407CEA70-14E4-4A21-B695-318A7E366605}"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733A21-0D2A-43DE-B010-0E4CF7C05DD9}"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E62E3E32-38DE-4711-94F6-5F90A4F24857}">
      <dgm:prSet/>
      <dgm:spPr/>
      <dgm:t>
        <a:bodyPr/>
        <a:lstStyle/>
        <a:p>
          <a:r>
            <a:rPr lang="en-US" b="0" i="0"/>
            <a:t>Poor voice quality due to interference</a:t>
          </a:r>
          <a:endParaRPr lang="en-US"/>
        </a:p>
      </dgm:t>
    </dgm:pt>
    <dgm:pt modelId="{A7C36F43-1AB2-493B-BC1C-C8C6B6B4562F}" type="parTrans" cxnId="{7BFF454C-5F5A-4673-A165-FEC59FA24AE3}">
      <dgm:prSet/>
      <dgm:spPr/>
      <dgm:t>
        <a:bodyPr/>
        <a:lstStyle/>
        <a:p>
          <a:endParaRPr lang="en-US"/>
        </a:p>
      </dgm:t>
    </dgm:pt>
    <dgm:pt modelId="{BD692805-19B9-4A70-84F2-C2998B1C3C1C}" type="sibTrans" cxnId="{7BFF454C-5F5A-4673-A165-FEC59FA24AE3}">
      <dgm:prSet/>
      <dgm:spPr/>
      <dgm:t>
        <a:bodyPr/>
        <a:lstStyle/>
        <a:p>
          <a:endParaRPr lang="en-US"/>
        </a:p>
      </dgm:t>
    </dgm:pt>
    <dgm:pt modelId="{5A320D72-9F54-425A-BC31-56D23BED8027}">
      <dgm:prSet/>
      <dgm:spPr/>
      <dgm:t>
        <a:bodyPr/>
        <a:lstStyle/>
        <a:p>
          <a:r>
            <a:rPr lang="en-US" b="0" i="0"/>
            <a:t>Poor battery life</a:t>
          </a:r>
          <a:endParaRPr lang="en-US"/>
        </a:p>
      </dgm:t>
    </dgm:pt>
    <dgm:pt modelId="{87B9E575-05D7-46EB-9DA6-76252A7D6661}" type="parTrans" cxnId="{1C79AB75-1E0A-45E3-B117-AB3A7A7C30CB}">
      <dgm:prSet/>
      <dgm:spPr/>
      <dgm:t>
        <a:bodyPr/>
        <a:lstStyle/>
        <a:p>
          <a:endParaRPr lang="en-US"/>
        </a:p>
      </dgm:t>
    </dgm:pt>
    <dgm:pt modelId="{1A29F6F8-0D76-4717-B9F5-77602E472D26}" type="sibTrans" cxnId="{1C79AB75-1E0A-45E3-B117-AB3A7A7C30CB}">
      <dgm:prSet/>
      <dgm:spPr/>
      <dgm:t>
        <a:bodyPr/>
        <a:lstStyle/>
        <a:p>
          <a:endParaRPr lang="en-US"/>
        </a:p>
      </dgm:t>
    </dgm:pt>
    <dgm:pt modelId="{BE8E7C20-08F5-48EB-8A0F-CC3DD2E19788}">
      <dgm:prSet/>
      <dgm:spPr/>
      <dgm:t>
        <a:bodyPr/>
        <a:lstStyle/>
        <a:p>
          <a:r>
            <a:rPr lang="en-US" b="0" i="0"/>
            <a:t>Large sized mobile phones (not convenient to carry)</a:t>
          </a:r>
          <a:endParaRPr lang="en-US"/>
        </a:p>
      </dgm:t>
    </dgm:pt>
    <dgm:pt modelId="{F9C23C78-B764-4992-B611-89AD4ED3A72A}" type="parTrans" cxnId="{13208696-5AC9-4563-817F-DA04844118A1}">
      <dgm:prSet/>
      <dgm:spPr/>
      <dgm:t>
        <a:bodyPr/>
        <a:lstStyle/>
        <a:p>
          <a:endParaRPr lang="en-US"/>
        </a:p>
      </dgm:t>
    </dgm:pt>
    <dgm:pt modelId="{CBC69A38-C780-4FD1-9DEF-B073F8C0C0DD}" type="sibTrans" cxnId="{13208696-5AC9-4563-817F-DA04844118A1}">
      <dgm:prSet/>
      <dgm:spPr/>
      <dgm:t>
        <a:bodyPr/>
        <a:lstStyle/>
        <a:p>
          <a:endParaRPr lang="en-US"/>
        </a:p>
      </dgm:t>
    </dgm:pt>
    <dgm:pt modelId="{3508F8D2-ED2C-46E4-A168-40AE7EB31917}">
      <dgm:prSet/>
      <dgm:spPr/>
      <dgm:t>
        <a:bodyPr/>
        <a:lstStyle/>
        <a:p>
          <a:r>
            <a:rPr lang="en-US" b="0" i="0"/>
            <a:t>Less security (calls could be decoded using an FM demodulator)</a:t>
          </a:r>
          <a:endParaRPr lang="en-US"/>
        </a:p>
      </dgm:t>
    </dgm:pt>
    <dgm:pt modelId="{8BB11152-AFB9-4B41-B68D-E85BAB30AA4C}" type="parTrans" cxnId="{F9DFF6A6-A269-4209-93EA-137CE10652F4}">
      <dgm:prSet/>
      <dgm:spPr/>
      <dgm:t>
        <a:bodyPr/>
        <a:lstStyle/>
        <a:p>
          <a:endParaRPr lang="en-US"/>
        </a:p>
      </dgm:t>
    </dgm:pt>
    <dgm:pt modelId="{F3AEC909-BC3B-4227-B264-203A6B3F0B8E}" type="sibTrans" cxnId="{F9DFF6A6-A269-4209-93EA-137CE10652F4}">
      <dgm:prSet/>
      <dgm:spPr/>
      <dgm:t>
        <a:bodyPr/>
        <a:lstStyle/>
        <a:p>
          <a:endParaRPr lang="en-US"/>
        </a:p>
      </dgm:t>
    </dgm:pt>
    <dgm:pt modelId="{743677CE-CF8B-4457-8907-5DEA54249180}">
      <dgm:prSet/>
      <dgm:spPr/>
      <dgm:t>
        <a:bodyPr/>
        <a:lstStyle/>
        <a:p>
          <a:r>
            <a:rPr lang="en-US" b="0" i="0"/>
            <a:t>Limited number of users and cell coverage</a:t>
          </a:r>
          <a:endParaRPr lang="en-US"/>
        </a:p>
      </dgm:t>
    </dgm:pt>
    <dgm:pt modelId="{B8CF8D15-E4E1-42CC-83DC-C2BA7E9E80E4}" type="parTrans" cxnId="{69A4CEDF-A5C2-454E-9B8E-EBC5D4A272CD}">
      <dgm:prSet/>
      <dgm:spPr/>
      <dgm:t>
        <a:bodyPr/>
        <a:lstStyle/>
        <a:p>
          <a:endParaRPr lang="en-US"/>
        </a:p>
      </dgm:t>
    </dgm:pt>
    <dgm:pt modelId="{D390E518-F834-4E8F-BC8E-A2B12CA954E5}" type="sibTrans" cxnId="{69A4CEDF-A5C2-454E-9B8E-EBC5D4A272CD}">
      <dgm:prSet/>
      <dgm:spPr/>
      <dgm:t>
        <a:bodyPr/>
        <a:lstStyle/>
        <a:p>
          <a:endParaRPr lang="en-US"/>
        </a:p>
      </dgm:t>
    </dgm:pt>
    <dgm:pt modelId="{3DFD3ED3-9F40-413A-9ABE-27BA6FC098EC}">
      <dgm:prSet/>
      <dgm:spPr/>
      <dgm:t>
        <a:bodyPr/>
        <a:lstStyle/>
        <a:p>
          <a:r>
            <a:rPr lang="en-US" b="0" i="0"/>
            <a:t>Roaming was not possible between similar systems</a:t>
          </a:r>
          <a:endParaRPr lang="en-US"/>
        </a:p>
      </dgm:t>
    </dgm:pt>
    <dgm:pt modelId="{776EA409-731D-497E-8F16-4FB6AD17A85B}" type="parTrans" cxnId="{FF189AD3-B294-4CBA-A6C3-5E7D3CC16312}">
      <dgm:prSet/>
      <dgm:spPr/>
      <dgm:t>
        <a:bodyPr/>
        <a:lstStyle/>
        <a:p>
          <a:endParaRPr lang="en-US"/>
        </a:p>
      </dgm:t>
    </dgm:pt>
    <dgm:pt modelId="{48536942-ED25-4AF9-B077-771139FA5A94}" type="sibTrans" cxnId="{FF189AD3-B294-4CBA-A6C3-5E7D3CC16312}">
      <dgm:prSet/>
      <dgm:spPr/>
      <dgm:t>
        <a:bodyPr/>
        <a:lstStyle/>
        <a:p>
          <a:endParaRPr lang="en-US"/>
        </a:p>
      </dgm:t>
    </dgm:pt>
    <dgm:pt modelId="{BF148D2F-615F-41E2-A0A5-8F2C3DC33BC8}" type="pres">
      <dgm:prSet presAssocID="{99733A21-0D2A-43DE-B010-0E4CF7C05DD9}" presName="Name0" presStyleCnt="0">
        <dgm:presLayoutVars>
          <dgm:dir/>
          <dgm:resizeHandles val="exact"/>
        </dgm:presLayoutVars>
      </dgm:prSet>
      <dgm:spPr/>
    </dgm:pt>
    <dgm:pt modelId="{912DC68B-1E58-44A6-AE61-24C564FC3254}" type="pres">
      <dgm:prSet presAssocID="{E62E3E32-38DE-4711-94F6-5F90A4F24857}" presName="node" presStyleLbl="node1" presStyleIdx="0" presStyleCnt="6">
        <dgm:presLayoutVars>
          <dgm:bulletEnabled val="1"/>
        </dgm:presLayoutVars>
      </dgm:prSet>
      <dgm:spPr/>
    </dgm:pt>
    <dgm:pt modelId="{DA35B27C-B7AA-43FE-BE39-A4C55C3794EE}" type="pres">
      <dgm:prSet presAssocID="{BD692805-19B9-4A70-84F2-C2998B1C3C1C}" presName="sibTrans" presStyleLbl="sibTrans1D1" presStyleIdx="0" presStyleCnt="5"/>
      <dgm:spPr/>
    </dgm:pt>
    <dgm:pt modelId="{7CEB7A1F-1A1E-452C-BD7A-A96CDC784F85}" type="pres">
      <dgm:prSet presAssocID="{BD692805-19B9-4A70-84F2-C2998B1C3C1C}" presName="connectorText" presStyleLbl="sibTrans1D1" presStyleIdx="0" presStyleCnt="5"/>
      <dgm:spPr/>
    </dgm:pt>
    <dgm:pt modelId="{C10196C8-35FC-4D37-AB2F-9ED81949FE5D}" type="pres">
      <dgm:prSet presAssocID="{5A320D72-9F54-425A-BC31-56D23BED8027}" presName="node" presStyleLbl="node1" presStyleIdx="1" presStyleCnt="6">
        <dgm:presLayoutVars>
          <dgm:bulletEnabled val="1"/>
        </dgm:presLayoutVars>
      </dgm:prSet>
      <dgm:spPr/>
    </dgm:pt>
    <dgm:pt modelId="{77FB46C6-3945-409E-BDFB-403E365CE673}" type="pres">
      <dgm:prSet presAssocID="{1A29F6F8-0D76-4717-B9F5-77602E472D26}" presName="sibTrans" presStyleLbl="sibTrans1D1" presStyleIdx="1" presStyleCnt="5"/>
      <dgm:spPr/>
    </dgm:pt>
    <dgm:pt modelId="{A942E770-EC8A-4491-B291-4C5522E272C0}" type="pres">
      <dgm:prSet presAssocID="{1A29F6F8-0D76-4717-B9F5-77602E472D26}" presName="connectorText" presStyleLbl="sibTrans1D1" presStyleIdx="1" presStyleCnt="5"/>
      <dgm:spPr/>
    </dgm:pt>
    <dgm:pt modelId="{459C901E-A3E0-42E9-88C0-98EFA0E514C1}" type="pres">
      <dgm:prSet presAssocID="{BE8E7C20-08F5-48EB-8A0F-CC3DD2E19788}" presName="node" presStyleLbl="node1" presStyleIdx="2" presStyleCnt="6">
        <dgm:presLayoutVars>
          <dgm:bulletEnabled val="1"/>
        </dgm:presLayoutVars>
      </dgm:prSet>
      <dgm:spPr/>
    </dgm:pt>
    <dgm:pt modelId="{C21D71DC-6741-4B41-AD26-BC01AF959761}" type="pres">
      <dgm:prSet presAssocID="{CBC69A38-C780-4FD1-9DEF-B073F8C0C0DD}" presName="sibTrans" presStyleLbl="sibTrans1D1" presStyleIdx="2" presStyleCnt="5"/>
      <dgm:spPr/>
    </dgm:pt>
    <dgm:pt modelId="{AB683E53-0838-4543-8599-A9E646582D51}" type="pres">
      <dgm:prSet presAssocID="{CBC69A38-C780-4FD1-9DEF-B073F8C0C0DD}" presName="connectorText" presStyleLbl="sibTrans1D1" presStyleIdx="2" presStyleCnt="5"/>
      <dgm:spPr/>
    </dgm:pt>
    <dgm:pt modelId="{184F0BD4-D555-458A-A911-450BA6EA3047}" type="pres">
      <dgm:prSet presAssocID="{3508F8D2-ED2C-46E4-A168-40AE7EB31917}" presName="node" presStyleLbl="node1" presStyleIdx="3" presStyleCnt="6">
        <dgm:presLayoutVars>
          <dgm:bulletEnabled val="1"/>
        </dgm:presLayoutVars>
      </dgm:prSet>
      <dgm:spPr/>
    </dgm:pt>
    <dgm:pt modelId="{D6237C20-D417-4985-9D1E-137AF3259A8C}" type="pres">
      <dgm:prSet presAssocID="{F3AEC909-BC3B-4227-B264-203A6B3F0B8E}" presName="sibTrans" presStyleLbl="sibTrans1D1" presStyleIdx="3" presStyleCnt="5"/>
      <dgm:spPr/>
    </dgm:pt>
    <dgm:pt modelId="{2DB498D8-D509-46C3-99BF-582A2709AD9A}" type="pres">
      <dgm:prSet presAssocID="{F3AEC909-BC3B-4227-B264-203A6B3F0B8E}" presName="connectorText" presStyleLbl="sibTrans1D1" presStyleIdx="3" presStyleCnt="5"/>
      <dgm:spPr/>
    </dgm:pt>
    <dgm:pt modelId="{A06CFC94-F885-41C1-ACD5-F366A86A267E}" type="pres">
      <dgm:prSet presAssocID="{743677CE-CF8B-4457-8907-5DEA54249180}" presName="node" presStyleLbl="node1" presStyleIdx="4" presStyleCnt="6">
        <dgm:presLayoutVars>
          <dgm:bulletEnabled val="1"/>
        </dgm:presLayoutVars>
      </dgm:prSet>
      <dgm:spPr/>
    </dgm:pt>
    <dgm:pt modelId="{B6A3C0EA-4AB5-4894-B400-8B4417A7543A}" type="pres">
      <dgm:prSet presAssocID="{D390E518-F834-4E8F-BC8E-A2B12CA954E5}" presName="sibTrans" presStyleLbl="sibTrans1D1" presStyleIdx="4" presStyleCnt="5"/>
      <dgm:spPr/>
    </dgm:pt>
    <dgm:pt modelId="{6B088CB2-AF0E-4D2F-9AB7-EA071474C6B9}" type="pres">
      <dgm:prSet presAssocID="{D390E518-F834-4E8F-BC8E-A2B12CA954E5}" presName="connectorText" presStyleLbl="sibTrans1D1" presStyleIdx="4" presStyleCnt="5"/>
      <dgm:spPr/>
    </dgm:pt>
    <dgm:pt modelId="{190762B1-ECA5-4589-B3BD-16300923EC8C}" type="pres">
      <dgm:prSet presAssocID="{3DFD3ED3-9F40-413A-9ABE-27BA6FC098EC}" presName="node" presStyleLbl="node1" presStyleIdx="5" presStyleCnt="6">
        <dgm:presLayoutVars>
          <dgm:bulletEnabled val="1"/>
        </dgm:presLayoutVars>
      </dgm:prSet>
      <dgm:spPr/>
    </dgm:pt>
  </dgm:ptLst>
  <dgm:cxnLst>
    <dgm:cxn modelId="{8650ED00-261F-4518-BAC8-8C2AA0D86732}" type="presOf" srcId="{5A320D72-9F54-425A-BC31-56D23BED8027}" destId="{C10196C8-35FC-4D37-AB2F-9ED81949FE5D}" srcOrd="0" destOrd="0" presId="urn:microsoft.com/office/officeart/2016/7/layout/RepeatingBendingProcessNew"/>
    <dgm:cxn modelId="{B88E9B07-328A-458A-8877-21C82EFFD723}" type="presOf" srcId="{3508F8D2-ED2C-46E4-A168-40AE7EB31917}" destId="{184F0BD4-D555-458A-A911-450BA6EA3047}" srcOrd="0" destOrd="0" presId="urn:microsoft.com/office/officeart/2016/7/layout/RepeatingBendingProcessNew"/>
    <dgm:cxn modelId="{F8C11224-5625-4500-9C05-03DF1433E778}" type="presOf" srcId="{BD692805-19B9-4A70-84F2-C2998B1C3C1C}" destId="{DA35B27C-B7AA-43FE-BE39-A4C55C3794EE}" srcOrd="0" destOrd="0" presId="urn:microsoft.com/office/officeart/2016/7/layout/RepeatingBendingProcessNew"/>
    <dgm:cxn modelId="{A77F4744-CFB7-488F-BC0E-80D8C0FBEB85}" type="presOf" srcId="{99733A21-0D2A-43DE-B010-0E4CF7C05DD9}" destId="{BF148D2F-615F-41E2-A0A5-8F2C3DC33BC8}" srcOrd="0" destOrd="0" presId="urn:microsoft.com/office/officeart/2016/7/layout/RepeatingBendingProcessNew"/>
    <dgm:cxn modelId="{F242E246-0DA5-4717-987C-B38FBB31A982}" type="presOf" srcId="{BD692805-19B9-4A70-84F2-C2998B1C3C1C}" destId="{7CEB7A1F-1A1E-452C-BD7A-A96CDC784F85}" srcOrd="1" destOrd="0" presId="urn:microsoft.com/office/officeart/2016/7/layout/RepeatingBendingProcessNew"/>
    <dgm:cxn modelId="{BEC4914B-F0D0-4120-91A5-FEAF306FAF41}" type="presOf" srcId="{E62E3E32-38DE-4711-94F6-5F90A4F24857}" destId="{912DC68B-1E58-44A6-AE61-24C564FC3254}" srcOrd="0" destOrd="0" presId="urn:microsoft.com/office/officeart/2016/7/layout/RepeatingBendingProcessNew"/>
    <dgm:cxn modelId="{7BFF454C-5F5A-4673-A165-FEC59FA24AE3}" srcId="{99733A21-0D2A-43DE-B010-0E4CF7C05DD9}" destId="{E62E3E32-38DE-4711-94F6-5F90A4F24857}" srcOrd="0" destOrd="0" parTransId="{A7C36F43-1AB2-493B-BC1C-C8C6B6B4562F}" sibTransId="{BD692805-19B9-4A70-84F2-C2998B1C3C1C}"/>
    <dgm:cxn modelId="{1264C172-9C03-4AE0-907B-67D984ED46F3}" type="presOf" srcId="{CBC69A38-C780-4FD1-9DEF-B073F8C0C0DD}" destId="{C21D71DC-6741-4B41-AD26-BC01AF959761}" srcOrd="0" destOrd="0" presId="urn:microsoft.com/office/officeart/2016/7/layout/RepeatingBendingProcessNew"/>
    <dgm:cxn modelId="{1C79AB75-1E0A-45E3-B117-AB3A7A7C30CB}" srcId="{99733A21-0D2A-43DE-B010-0E4CF7C05DD9}" destId="{5A320D72-9F54-425A-BC31-56D23BED8027}" srcOrd="1" destOrd="0" parTransId="{87B9E575-05D7-46EB-9DA6-76252A7D6661}" sibTransId="{1A29F6F8-0D76-4717-B9F5-77602E472D26}"/>
    <dgm:cxn modelId="{82D2587A-6AB5-41B9-B622-CFCB0AF6C55C}" type="presOf" srcId="{CBC69A38-C780-4FD1-9DEF-B073F8C0C0DD}" destId="{AB683E53-0838-4543-8599-A9E646582D51}" srcOrd="1" destOrd="0" presId="urn:microsoft.com/office/officeart/2016/7/layout/RepeatingBendingProcessNew"/>
    <dgm:cxn modelId="{C416267F-5D79-41B5-BBC6-51974BE60BC5}" type="presOf" srcId="{3DFD3ED3-9F40-413A-9ABE-27BA6FC098EC}" destId="{190762B1-ECA5-4589-B3BD-16300923EC8C}" srcOrd="0" destOrd="0" presId="urn:microsoft.com/office/officeart/2016/7/layout/RepeatingBendingProcessNew"/>
    <dgm:cxn modelId="{4C28A686-D864-4FB7-BFFF-5F7EA8AF1CF1}" type="presOf" srcId="{BE8E7C20-08F5-48EB-8A0F-CC3DD2E19788}" destId="{459C901E-A3E0-42E9-88C0-98EFA0E514C1}" srcOrd="0" destOrd="0" presId="urn:microsoft.com/office/officeart/2016/7/layout/RepeatingBendingProcessNew"/>
    <dgm:cxn modelId="{E656728A-EB2B-4685-AD76-32922FE0FD5F}" type="presOf" srcId="{F3AEC909-BC3B-4227-B264-203A6B3F0B8E}" destId="{D6237C20-D417-4985-9D1E-137AF3259A8C}" srcOrd="0" destOrd="0" presId="urn:microsoft.com/office/officeart/2016/7/layout/RepeatingBendingProcessNew"/>
    <dgm:cxn modelId="{F04F1A93-0CAE-4AA8-B859-DD29AAB80089}" type="presOf" srcId="{1A29F6F8-0D76-4717-B9F5-77602E472D26}" destId="{77FB46C6-3945-409E-BDFB-403E365CE673}" srcOrd="0" destOrd="0" presId="urn:microsoft.com/office/officeart/2016/7/layout/RepeatingBendingProcessNew"/>
    <dgm:cxn modelId="{13208696-5AC9-4563-817F-DA04844118A1}" srcId="{99733A21-0D2A-43DE-B010-0E4CF7C05DD9}" destId="{BE8E7C20-08F5-48EB-8A0F-CC3DD2E19788}" srcOrd="2" destOrd="0" parTransId="{F9C23C78-B764-4992-B611-89AD4ED3A72A}" sibTransId="{CBC69A38-C780-4FD1-9DEF-B073F8C0C0DD}"/>
    <dgm:cxn modelId="{A86F9B9D-6173-4EEF-996E-63838FC394DB}" type="presOf" srcId="{D390E518-F834-4E8F-BC8E-A2B12CA954E5}" destId="{B6A3C0EA-4AB5-4894-B400-8B4417A7543A}" srcOrd="0" destOrd="0" presId="urn:microsoft.com/office/officeart/2016/7/layout/RepeatingBendingProcessNew"/>
    <dgm:cxn modelId="{F9DFF6A6-A269-4209-93EA-137CE10652F4}" srcId="{99733A21-0D2A-43DE-B010-0E4CF7C05DD9}" destId="{3508F8D2-ED2C-46E4-A168-40AE7EB31917}" srcOrd="3" destOrd="0" parTransId="{8BB11152-AFB9-4B41-B68D-E85BAB30AA4C}" sibTransId="{F3AEC909-BC3B-4227-B264-203A6B3F0B8E}"/>
    <dgm:cxn modelId="{5F15C5A9-5AAC-48B6-B71B-95AFD1524E35}" type="presOf" srcId="{1A29F6F8-0D76-4717-B9F5-77602E472D26}" destId="{A942E770-EC8A-4491-B291-4C5522E272C0}" srcOrd="1" destOrd="0" presId="urn:microsoft.com/office/officeart/2016/7/layout/RepeatingBendingProcessNew"/>
    <dgm:cxn modelId="{FF189AD3-B294-4CBA-A6C3-5E7D3CC16312}" srcId="{99733A21-0D2A-43DE-B010-0E4CF7C05DD9}" destId="{3DFD3ED3-9F40-413A-9ABE-27BA6FC098EC}" srcOrd="5" destOrd="0" parTransId="{776EA409-731D-497E-8F16-4FB6AD17A85B}" sibTransId="{48536942-ED25-4AF9-B077-771139FA5A94}"/>
    <dgm:cxn modelId="{C7419ED7-4456-4D58-BB67-18DB0E2BF40C}" type="presOf" srcId="{F3AEC909-BC3B-4227-B264-203A6B3F0B8E}" destId="{2DB498D8-D509-46C3-99BF-582A2709AD9A}" srcOrd="1" destOrd="0" presId="urn:microsoft.com/office/officeart/2016/7/layout/RepeatingBendingProcessNew"/>
    <dgm:cxn modelId="{7FE04EDA-42D2-49C1-9E53-CA33901AD20D}" type="presOf" srcId="{743677CE-CF8B-4457-8907-5DEA54249180}" destId="{A06CFC94-F885-41C1-ACD5-F366A86A267E}" srcOrd="0" destOrd="0" presId="urn:microsoft.com/office/officeart/2016/7/layout/RepeatingBendingProcessNew"/>
    <dgm:cxn modelId="{69A4CEDF-A5C2-454E-9B8E-EBC5D4A272CD}" srcId="{99733A21-0D2A-43DE-B010-0E4CF7C05DD9}" destId="{743677CE-CF8B-4457-8907-5DEA54249180}" srcOrd="4" destOrd="0" parTransId="{B8CF8D15-E4E1-42CC-83DC-C2BA7E9E80E4}" sibTransId="{D390E518-F834-4E8F-BC8E-A2B12CA954E5}"/>
    <dgm:cxn modelId="{79ED0EE4-BB52-4037-BA90-D8BA727762E0}" type="presOf" srcId="{D390E518-F834-4E8F-BC8E-A2B12CA954E5}" destId="{6B088CB2-AF0E-4D2F-9AB7-EA071474C6B9}" srcOrd="1" destOrd="0" presId="urn:microsoft.com/office/officeart/2016/7/layout/RepeatingBendingProcessNew"/>
    <dgm:cxn modelId="{90D4334A-F265-4326-B61A-A7825FD6B76F}" type="presParOf" srcId="{BF148D2F-615F-41E2-A0A5-8F2C3DC33BC8}" destId="{912DC68B-1E58-44A6-AE61-24C564FC3254}" srcOrd="0" destOrd="0" presId="urn:microsoft.com/office/officeart/2016/7/layout/RepeatingBendingProcessNew"/>
    <dgm:cxn modelId="{74C33057-39C4-4B45-B12E-D97A298289F0}" type="presParOf" srcId="{BF148D2F-615F-41E2-A0A5-8F2C3DC33BC8}" destId="{DA35B27C-B7AA-43FE-BE39-A4C55C3794EE}" srcOrd="1" destOrd="0" presId="urn:microsoft.com/office/officeart/2016/7/layout/RepeatingBendingProcessNew"/>
    <dgm:cxn modelId="{9534C2BE-B9A8-4577-90C1-5475ABDE7595}" type="presParOf" srcId="{DA35B27C-B7AA-43FE-BE39-A4C55C3794EE}" destId="{7CEB7A1F-1A1E-452C-BD7A-A96CDC784F85}" srcOrd="0" destOrd="0" presId="urn:microsoft.com/office/officeart/2016/7/layout/RepeatingBendingProcessNew"/>
    <dgm:cxn modelId="{F9BD307A-9D16-423A-A7AA-6516CC78FB65}" type="presParOf" srcId="{BF148D2F-615F-41E2-A0A5-8F2C3DC33BC8}" destId="{C10196C8-35FC-4D37-AB2F-9ED81949FE5D}" srcOrd="2" destOrd="0" presId="urn:microsoft.com/office/officeart/2016/7/layout/RepeatingBendingProcessNew"/>
    <dgm:cxn modelId="{5E769FF1-F603-44A0-ACAC-A4AC04317B41}" type="presParOf" srcId="{BF148D2F-615F-41E2-A0A5-8F2C3DC33BC8}" destId="{77FB46C6-3945-409E-BDFB-403E365CE673}" srcOrd="3" destOrd="0" presId="urn:microsoft.com/office/officeart/2016/7/layout/RepeatingBendingProcessNew"/>
    <dgm:cxn modelId="{9C8712AC-0222-4AD4-89C2-53523389730E}" type="presParOf" srcId="{77FB46C6-3945-409E-BDFB-403E365CE673}" destId="{A942E770-EC8A-4491-B291-4C5522E272C0}" srcOrd="0" destOrd="0" presId="urn:microsoft.com/office/officeart/2016/7/layout/RepeatingBendingProcessNew"/>
    <dgm:cxn modelId="{0CE1D577-AFAA-4118-93B3-EB45657A6BAE}" type="presParOf" srcId="{BF148D2F-615F-41E2-A0A5-8F2C3DC33BC8}" destId="{459C901E-A3E0-42E9-88C0-98EFA0E514C1}" srcOrd="4" destOrd="0" presId="urn:microsoft.com/office/officeart/2016/7/layout/RepeatingBendingProcessNew"/>
    <dgm:cxn modelId="{2AD198A1-A333-42ED-B571-956111474722}" type="presParOf" srcId="{BF148D2F-615F-41E2-A0A5-8F2C3DC33BC8}" destId="{C21D71DC-6741-4B41-AD26-BC01AF959761}" srcOrd="5" destOrd="0" presId="urn:microsoft.com/office/officeart/2016/7/layout/RepeatingBendingProcessNew"/>
    <dgm:cxn modelId="{D60BF896-98FC-4BF6-921D-B87C7F9B20A0}" type="presParOf" srcId="{C21D71DC-6741-4B41-AD26-BC01AF959761}" destId="{AB683E53-0838-4543-8599-A9E646582D51}" srcOrd="0" destOrd="0" presId="urn:microsoft.com/office/officeart/2016/7/layout/RepeatingBendingProcessNew"/>
    <dgm:cxn modelId="{EDB58CBA-84E8-4708-815E-D9AAA2BDB8DF}" type="presParOf" srcId="{BF148D2F-615F-41E2-A0A5-8F2C3DC33BC8}" destId="{184F0BD4-D555-458A-A911-450BA6EA3047}" srcOrd="6" destOrd="0" presId="urn:microsoft.com/office/officeart/2016/7/layout/RepeatingBendingProcessNew"/>
    <dgm:cxn modelId="{E8D74AFE-554C-483B-9339-2DD7DE12B240}" type="presParOf" srcId="{BF148D2F-615F-41E2-A0A5-8F2C3DC33BC8}" destId="{D6237C20-D417-4985-9D1E-137AF3259A8C}" srcOrd="7" destOrd="0" presId="urn:microsoft.com/office/officeart/2016/7/layout/RepeatingBendingProcessNew"/>
    <dgm:cxn modelId="{8ECA2FC7-AEF0-4DF9-99B0-6301E72AD39C}" type="presParOf" srcId="{D6237C20-D417-4985-9D1E-137AF3259A8C}" destId="{2DB498D8-D509-46C3-99BF-582A2709AD9A}" srcOrd="0" destOrd="0" presId="urn:microsoft.com/office/officeart/2016/7/layout/RepeatingBendingProcessNew"/>
    <dgm:cxn modelId="{BF5C932F-A896-4F72-81E4-DEC48C2F9DF2}" type="presParOf" srcId="{BF148D2F-615F-41E2-A0A5-8F2C3DC33BC8}" destId="{A06CFC94-F885-41C1-ACD5-F366A86A267E}" srcOrd="8" destOrd="0" presId="urn:microsoft.com/office/officeart/2016/7/layout/RepeatingBendingProcessNew"/>
    <dgm:cxn modelId="{CDAE1CDF-A4F0-475D-8EF9-68ACE732C25A}" type="presParOf" srcId="{BF148D2F-615F-41E2-A0A5-8F2C3DC33BC8}" destId="{B6A3C0EA-4AB5-4894-B400-8B4417A7543A}" srcOrd="9" destOrd="0" presId="urn:microsoft.com/office/officeart/2016/7/layout/RepeatingBendingProcessNew"/>
    <dgm:cxn modelId="{A2532E49-EDBD-4686-A4E2-65980262F540}" type="presParOf" srcId="{B6A3C0EA-4AB5-4894-B400-8B4417A7543A}" destId="{6B088CB2-AF0E-4D2F-9AB7-EA071474C6B9}" srcOrd="0" destOrd="0" presId="urn:microsoft.com/office/officeart/2016/7/layout/RepeatingBendingProcessNew"/>
    <dgm:cxn modelId="{3122CC6F-284F-4B36-B9C6-438CB7CFF5BB}" type="presParOf" srcId="{BF148D2F-615F-41E2-A0A5-8F2C3DC33BC8}" destId="{190762B1-ECA5-4589-B3BD-16300923EC8C}"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1203EF-2232-4737-AF0F-7F38C58A6090}"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2C83631A-4FBA-4653-AF14-DB3A430DDA19}">
      <dgm:prSet/>
      <dgm:spPr/>
      <dgm:t>
        <a:bodyPr/>
        <a:lstStyle/>
        <a:p>
          <a:r>
            <a:rPr lang="en-US" b="0" i="0"/>
            <a:t>In order to support higher data rate, General Packet Radio Service (GPRS) was introduced and successfully deployed. </a:t>
          </a:r>
          <a:endParaRPr lang="en-US"/>
        </a:p>
      </dgm:t>
    </dgm:pt>
    <dgm:pt modelId="{F69F35C4-0E58-4279-879D-61308AD63433}" type="parTrans" cxnId="{BBCE39DB-FEFF-4D63-855D-08569402D0D8}">
      <dgm:prSet/>
      <dgm:spPr/>
      <dgm:t>
        <a:bodyPr/>
        <a:lstStyle/>
        <a:p>
          <a:endParaRPr lang="en-US"/>
        </a:p>
      </dgm:t>
    </dgm:pt>
    <dgm:pt modelId="{4739F2F0-2DA5-4FC8-BA6A-E0C9861A5BC3}" type="sibTrans" cxnId="{BBCE39DB-FEFF-4D63-855D-08569402D0D8}">
      <dgm:prSet/>
      <dgm:spPr/>
      <dgm:t>
        <a:bodyPr/>
        <a:lstStyle/>
        <a:p>
          <a:endParaRPr lang="en-US"/>
        </a:p>
      </dgm:t>
    </dgm:pt>
    <dgm:pt modelId="{D4169D7F-A5E2-4180-AD00-1684C81334F3}">
      <dgm:prSet/>
      <dgm:spPr/>
      <dgm:t>
        <a:bodyPr/>
        <a:lstStyle/>
        <a:p>
          <a:r>
            <a:rPr lang="en-US" b="0" i="0"/>
            <a:t>GPRS was capable of data rate up to 171kbps (maximum).</a:t>
          </a:r>
          <a:endParaRPr lang="en-US"/>
        </a:p>
      </dgm:t>
    </dgm:pt>
    <dgm:pt modelId="{F5943E45-1850-4EB9-A34A-ECE15559DA5A}" type="parTrans" cxnId="{7781350D-B94C-4DC4-A6A6-BBC34E73150C}">
      <dgm:prSet/>
      <dgm:spPr/>
      <dgm:t>
        <a:bodyPr/>
        <a:lstStyle/>
        <a:p>
          <a:endParaRPr lang="en-US"/>
        </a:p>
      </dgm:t>
    </dgm:pt>
    <dgm:pt modelId="{ECD15E4D-5EEE-4DE5-97FC-6A961007EA78}" type="sibTrans" cxnId="{7781350D-B94C-4DC4-A6A6-BBC34E73150C}">
      <dgm:prSet/>
      <dgm:spPr/>
      <dgm:t>
        <a:bodyPr/>
        <a:lstStyle/>
        <a:p>
          <a:endParaRPr lang="en-US"/>
        </a:p>
      </dgm:t>
    </dgm:pt>
    <dgm:pt modelId="{7B1CF655-AA15-4E09-96A2-B34CEAA1393A}">
      <dgm:prSet/>
      <dgm:spPr/>
      <dgm:t>
        <a:bodyPr/>
        <a:lstStyle/>
        <a:p>
          <a:r>
            <a:rPr lang="en-US" b="0" i="0"/>
            <a:t>EDGE – Enhanced Data GSM Evolution also developed to improve data rate for GSM networks. </a:t>
          </a:r>
          <a:endParaRPr lang="en-US"/>
        </a:p>
      </dgm:t>
    </dgm:pt>
    <dgm:pt modelId="{F80FC31F-CC19-4946-88FE-31DB5C0D5392}" type="parTrans" cxnId="{C1A81E9E-A784-48F0-A444-B2941D5A41ED}">
      <dgm:prSet/>
      <dgm:spPr/>
      <dgm:t>
        <a:bodyPr/>
        <a:lstStyle/>
        <a:p>
          <a:endParaRPr lang="en-US"/>
        </a:p>
      </dgm:t>
    </dgm:pt>
    <dgm:pt modelId="{3E528FAF-3A86-4DE3-ADA0-C9378404142B}" type="sibTrans" cxnId="{C1A81E9E-A784-48F0-A444-B2941D5A41ED}">
      <dgm:prSet/>
      <dgm:spPr/>
      <dgm:t>
        <a:bodyPr/>
        <a:lstStyle/>
        <a:p>
          <a:endParaRPr lang="en-US"/>
        </a:p>
      </dgm:t>
    </dgm:pt>
    <dgm:pt modelId="{77AD0837-07AA-46CC-A1C1-5FDBE82C2D2D}">
      <dgm:prSet/>
      <dgm:spPr/>
      <dgm:t>
        <a:bodyPr/>
        <a:lstStyle/>
        <a:p>
          <a:r>
            <a:rPr lang="en-US" b="0" i="0"/>
            <a:t>EDGE was capable to support up to 473.6kbps (maximum).</a:t>
          </a:r>
          <a:endParaRPr lang="en-US"/>
        </a:p>
      </dgm:t>
    </dgm:pt>
    <dgm:pt modelId="{469677B5-734B-46A8-BAE3-FBAF40B0BB57}" type="parTrans" cxnId="{11AA4E31-DD70-4907-8BAF-89E85F61278F}">
      <dgm:prSet/>
      <dgm:spPr/>
      <dgm:t>
        <a:bodyPr/>
        <a:lstStyle/>
        <a:p>
          <a:endParaRPr lang="en-US"/>
        </a:p>
      </dgm:t>
    </dgm:pt>
    <dgm:pt modelId="{056D8A1B-07BE-49B3-A18C-36CFA725F630}" type="sibTrans" cxnId="{11AA4E31-DD70-4907-8BAF-89E85F61278F}">
      <dgm:prSet/>
      <dgm:spPr/>
      <dgm:t>
        <a:bodyPr/>
        <a:lstStyle/>
        <a:p>
          <a:endParaRPr lang="en-US"/>
        </a:p>
      </dgm:t>
    </dgm:pt>
    <dgm:pt modelId="{CFA5F1D5-92D7-4947-82F1-2FC29EB18011}">
      <dgm:prSet/>
      <dgm:spPr/>
      <dgm:t>
        <a:bodyPr/>
        <a:lstStyle/>
        <a:p>
          <a:r>
            <a:rPr lang="en-US" b="0" i="0"/>
            <a:t>Another popular technology CDMA2000 was also introduced to support higher data rate for CDMA networks. </a:t>
          </a:r>
          <a:endParaRPr lang="en-US"/>
        </a:p>
      </dgm:t>
    </dgm:pt>
    <dgm:pt modelId="{7A72368C-D312-4404-A8AD-00F31464C5A3}" type="parTrans" cxnId="{7B393260-D9D6-4081-8B31-AFA17E55AA7C}">
      <dgm:prSet/>
      <dgm:spPr/>
      <dgm:t>
        <a:bodyPr/>
        <a:lstStyle/>
        <a:p>
          <a:endParaRPr lang="en-US"/>
        </a:p>
      </dgm:t>
    </dgm:pt>
    <dgm:pt modelId="{E1CEA0F5-3694-4076-8609-BA47FE577852}" type="sibTrans" cxnId="{7B393260-D9D6-4081-8B31-AFA17E55AA7C}">
      <dgm:prSet/>
      <dgm:spPr/>
      <dgm:t>
        <a:bodyPr/>
        <a:lstStyle/>
        <a:p>
          <a:endParaRPr lang="en-US"/>
        </a:p>
      </dgm:t>
    </dgm:pt>
    <dgm:pt modelId="{8B7D5327-11F0-4367-987A-74D8F3B30DE6}">
      <dgm:prSet/>
      <dgm:spPr/>
      <dgm:t>
        <a:bodyPr/>
        <a:lstStyle/>
        <a:p>
          <a:r>
            <a:rPr lang="en-US" b="0" i="0"/>
            <a:t>This technology has the ability to provide up to 384 kbps data rate (maximum).</a:t>
          </a:r>
          <a:endParaRPr lang="en-US"/>
        </a:p>
      </dgm:t>
    </dgm:pt>
    <dgm:pt modelId="{67B2557B-132E-4CF6-AD89-65359D74F4F1}" type="parTrans" cxnId="{A4EE7B2E-2531-45CC-86F0-54FF3A7D9D96}">
      <dgm:prSet/>
      <dgm:spPr/>
      <dgm:t>
        <a:bodyPr/>
        <a:lstStyle/>
        <a:p>
          <a:endParaRPr lang="en-US"/>
        </a:p>
      </dgm:t>
    </dgm:pt>
    <dgm:pt modelId="{96D1FBF0-BDEC-4119-82E5-32994D70AA9B}" type="sibTrans" cxnId="{A4EE7B2E-2531-45CC-86F0-54FF3A7D9D96}">
      <dgm:prSet/>
      <dgm:spPr/>
      <dgm:t>
        <a:bodyPr/>
        <a:lstStyle/>
        <a:p>
          <a:endParaRPr lang="en-US"/>
        </a:p>
      </dgm:t>
    </dgm:pt>
    <dgm:pt modelId="{7E47C613-9B43-4DD7-87EA-87420D35EEF6}" type="pres">
      <dgm:prSet presAssocID="{521203EF-2232-4737-AF0F-7F38C58A6090}" presName="diagram" presStyleCnt="0">
        <dgm:presLayoutVars>
          <dgm:dir/>
          <dgm:resizeHandles val="exact"/>
        </dgm:presLayoutVars>
      </dgm:prSet>
      <dgm:spPr/>
    </dgm:pt>
    <dgm:pt modelId="{2BD1B402-23C1-49DB-95DB-062F843B6470}" type="pres">
      <dgm:prSet presAssocID="{2C83631A-4FBA-4653-AF14-DB3A430DDA19}" presName="node" presStyleLbl="node1" presStyleIdx="0" presStyleCnt="6">
        <dgm:presLayoutVars>
          <dgm:bulletEnabled val="1"/>
        </dgm:presLayoutVars>
      </dgm:prSet>
      <dgm:spPr/>
    </dgm:pt>
    <dgm:pt modelId="{4D65EAE0-1297-4E52-8A60-5B0559018AFE}" type="pres">
      <dgm:prSet presAssocID="{4739F2F0-2DA5-4FC8-BA6A-E0C9861A5BC3}" presName="sibTrans" presStyleCnt="0"/>
      <dgm:spPr/>
    </dgm:pt>
    <dgm:pt modelId="{6E0CB8F4-693E-4B8E-97D3-7679BBB12113}" type="pres">
      <dgm:prSet presAssocID="{D4169D7F-A5E2-4180-AD00-1684C81334F3}" presName="node" presStyleLbl="node1" presStyleIdx="1" presStyleCnt="6">
        <dgm:presLayoutVars>
          <dgm:bulletEnabled val="1"/>
        </dgm:presLayoutVars>
      </dgm:prSet>
      <dgm:spPr/>
    </dgm:pt>
    <dgm:pt modelId="{C0FB04F0-6EAB-4F93-9A78-732B72077E56}" type="pres">
      <dgm:prSet presAssocID="{ECD15E4D-5EEE-4DE5-97FC-6A961007EA78}" presName="sibTrans" presStyleCnt="0"/>
      <dgm:spPr/>
    </dgm:pt>
    <dgm:pt modelId="{254C8A30-0656-4F05-8351-6ED49960458B}" type="pres">
      <dgm:prSet presAssocID="{7B1CF655-AA15-4E09-96A2-B34CEAA1393A}" presName="node" presStyleLbl="node1" presStyleIdx="2" presStyleCnt="6">
        <dgm:presLayoutVars>
          <dgm:bulletEnabled val="1"/>
        </dgm:presLayoutVars>
      </dgm:prSet>
      <dgm:spPr/>
    </dgm:pt>
    <dgm:pt modelId="{2ED5659C-6FEE-4CAC-8AD5-B81D4B47DA72}" type="pres">
      <dgm:prSet presAssocID="{3E528FAF-3A86-4DE3-ADA0-C9378404142B}" presName="sibTrans" presStyleCnt="0"/>
      <dgm:spPr/>
    </dgm:pt>
    <dgm:pt modelId="{9BCD343D-3A5F-4268-B19A-D00CCF980CA6}" type="pres">
      <dgm:prSet presAssocID="{77AD0837-07AA-46CC-A1C1-5FDBE82C2D2D}" presName="node" presStyleLbl="node1" presStyleIdx="3" presStyleCnt="6">
        <dgm:presLayoutVars>
          <dgm:bulletEnabled val="1"/>
        </dgm:presLayoutVars>
      </dgm:prSet>
      <dgm:spPr/>
    </dgm:pt>
    <dgm:pt modelId="{2F3B980F-CFE1-4297-8C05-AEB708FAF753}" type="pres">
      <dgm:prSet presAssocID="{056D8A1B-07BE-49B3-A18C-36CFA725F630}" presName="sibTrans" presStyleCnt="0"/>
      <dgm:spPr/>
    </dgm:pt>
    <dgm:pt modelId="{FBE117FC-73C4-4E38-8FD8-B10D6283BCDA}" type="pres">
      <dgm:prSet presAssocID="{CFA5F1D5-92D7-4947-82F1-2FC29EB18011}" presName="node" presStyleLbl="node1" presStyleIdx="4" presStyleCnt="6">
        <dgm:presLayoutVars>
          <dgm:bulletEnabled val="1"/>
        </dgm:presLayoutVars>
      </dgm:prSet>
      <dgm:spPr/>
    </dgm:pt>
    <dgm:pt modelId="{D31F7CAA-E3FA-477B-BE81-D5D943AC9DFF}" type="pres">
      <dgm:prSet presAssocID="{E1CEA0F5-3694-4076-8609-BA47FE577852}" presName="sibTrans" presStyleCnt="0"/>
      <dgm:spPr/>
    </dgm:pt>
    <dgm:pt modelId="{F52E9A1D-C5EC-4D0B-913E-0E0AD4AFFA1C}" type="pres">
      <dgm:prSet presAssocID="{8B7D5327-11F0-4367-987A-74D8F3B30DE6}" presName="node" presStyleLbl="node1" presStyleIdx="5" presStyleCnt="6">
        <dgm:presLayoutVars>
          <dgm:bulletEnabled val="1"/>
        </dgm:presLayoutVars>
      </dgm:prSet>
      <dgm:spPr/>
    </dgm:pt>
  </dgm:ptLst>
  <dgm:cxnLst>
    <dgm:cxn modelId="{7781350D-B94C-4DC4-A6A6-BBC34E73150C}" srcId="{521203EF-2232-4737-AF0F-7F38C58A6090}" destId="{D4169D7F-A5E2-4180-AD00-1684C81334F3}" srcOrd="1" destOrd="0" parTransId="{F5943E45-1850-4EB9-A34A-ECE15559DA5A}" sibTransId="{ECD15E4D-5EEE-4DE5-97FC-6A961007EA78}"/>
    <dgm:cxn modelId="{EB5B4616-DDBC-4674-A1FA-68EBBFC23E29}" type="presOf" srcId="{2C83631A-4FBA-4653-AF14-DB3A430DDA19}" destId="{2BD1B402-23C1-49DB-95DB-062F843B6470}" srcOrd="0" destOrd="0" presId="urn:microsoft.com/office/officeart/2005/8/layout/default"/>
    <dgm:cxn modelId="{A4EE7B2E-2531-45CC-86F0-54FF3A7D9D96}" srcId="{521203EF-2232-4737-AF0F-7F38C58A6090}" destId="{8B7D5327-11F0-4367-987A-74D8F3B30DE6}" srcOrd="5" destOrd="0" parTransId="{67B2557B-132E-4CF6-AD89-65359D74F4F1}" sibTransId="{96D1FBF0-BDEC-4119-82E5-32994D70AA9B}"/>
    <dgm:cxn modelId="{11AA4E31-DD70-4907-8BAF-89E85F61278F}" srcId="{521203EF-2232-4737-AF0F-7F38C58A6090}" destId="{77AD0837-07AA-46CC-A1C1-5FDBE82C2D2D}" srcOrd="3" destOrd="0" parTransId="{469677B5-734B-46A8-BAE3-FBAF40B0BB57}" sibTransId="{056D8A1B-07BE-49B3-A18C-36CFA725F630}"/>
    <dgm:cxn modelId="{C8AAD33C-6ACD-479A-8AD0-735ACE69AB4C}" type="presOf" srcId="{521203EF-2232-4737-AF0F-7F38C58A6090}" destId="{7E47C613-9B43-4DD7-87EA-87420D35EEF6}" srcOrd="0" destOrd="0" presId="urn:microsoft.com/office/officeart/2005/8/layout/default"/>
    <dgm:cxn modelId="{7B393260-D9D6-4081-8B31-AFA17E55AA7C}" srcId="{521203EF-2232-4737-AF0F-7F38C58A6090}" destId="{CFA5F1D5-92D7-4947-82F1-2FC29EB18011}" srcOrd="4" destOrd="0" parTransId="{7A72368C-D312-4404-A8AD-00F31464C5A3}" sibTransId="{E1CEA0F5-3694-4076-8609-BA47FE577852}"/>
    <dgm:cxn modelId="{0178318B-8896-4C1A-A590-A64014B28111}" type="presOf" srcId="{77AD0837-07AA-46CC-A1C1-5FDBE82C2D2D}" destId="{9BCD343D-3A5F-4268-B19A-D00CCF980CA6}" srcOrd="0" destOrd="0" presId="urn:microsoft.com/office/officeart/2005/8/layout/default"/>
    <dgm:cxn modelId="{C1A81E9E-A784-48F0-A444-B2941D5A41ED}" srcId="{521203EF-2232-4737-AF0F-7F38C58A6090}" destId="{7B1CF655-AA15-4E09-96A2-B34CEAA1393A}" srcOrd="2" destOrd="0" parTransId="{F80FC31F-CC19-4946-88FE-31DB5C0D5392}" sibTransId="{3E528FAF-3A86-4DE3-ADA0-C9378404142B}"/>
    <dgm:cxn modelId="{C1E6D49E-B183-46EB-A78D-D74EBF6D08B6}" type="presOf" srcId="{D4169D7F-A5E2-4180-AD00-1684C81334F3}" destId="{6E0CB8F4-693E-4B8E-97D3-7679BBB12113}" srcOrd="0" destOrd="0" presId="urn:microsoft.com/office/officeart/2005/8/layout/default"/>
    <dgm:cxn modelId="{813E48AB-8C4B-4EE7-A77F-D359E64B22BD}" type="presOf" srcId="{CFA5F1D5-92D7-4947-82F1-2FC29EB18011}" destId="{FBE117FC-73C4-4E38-8FD8-B10D6283BCDA}" srcOrd="0" destOrd="0" presId="urn:microsoft.com/office/officeart/2005/8/layout/default"/>
    <dgm:cxn modelId="{A99AEEBE-7FB5-4640-9F52-DA5745E228F0}" type="presOf" srcId="{8B7D5327-11F0-4367-987A-74D8F3B30DE6}" destId="{F52E9A1D-C5EC-4D0B-913E-0E0AD4AFFA1C}" srcOrd="0" destOrd="0" presId="urn:microsoft.com/office/officeart/2005/8/layout/default"/>
    <dgm:cxn modelId="{BBCE39DB-FEFF-4D63-855D-08569402D0D8}" srcId="{521203EF-2232-4737-AF0F-7F38C58A6090}" destId="{2C83631A-4FBA-4653-AF14-DB3A430DDA19}" srcOrd="0" destOrd="0" parTransId="{F69F35C4-0E58-4279-879D-61308AD63433}" sibTransId="{4739F2F0-2DA5-4FC8-BA6A-E0C9861A5BC3}"/>
    <dgm:cxn modelId="{2D40DFF5-CF6C-43DF-8D0D-D6A672CCC169}" type="presOf" srcId="{7B1CF655-AA15-4E09-96A2-B34CEAA1393A}" destId="{254C8A30-0656-4F05-8351-6ED49960458B}" srcOrd="0" destOrd="0" presId="urn:microsoft.com/office/officeart/2005/8/layout/default"/>
    <dgm:cxn modelId="{00900B23-A6C6-416F-A734-0F7962843128}" type="presParOf" srcId="{7E47C613-9B43-4DD7-87EA-87420D35EEF6}" destId="{2BD1B402-23C1-49DB-95DB-062F843B6470}" srcOrd="0" destOrd="0" presId="urn:microsoft.com/office/officeart/2005/8/layout/default"/>
    <dgm:cxn modelId="{3BCE3AF1-7A21-49D3-A5CD-427A061C8980}" type="presParOf" srcId="{7E47C613-9B43-4DD7-87EA-87420D35EEF6}" destId="{4D65EAE0-1297-4E52-8A60-5B0559018AFE}" srcOrd="1" destOrd="0" presId="urn:microsoft.com/office/officeart/2005/8/layout/default"/>
    <dgm:cxn modelId="{FF21A61E-865E-4E4C-A71F-32BBEFBF4607}" type="presParOf" srcId="{7E47C613-9B43-4DD7-87EA-87420D35EEF6}" destId="{6E0CB8F4-693E-4B8E-97D3-7679BBB12113}" srcOrd="2" destOrd="0" presId="urn:microsoft.com/office/officeart/2005/8/layout/default"/>
    <dgm:cxn modelId="{BEC78830-7C80-4102-9329-AE0D0DA1A8DE}" type="presParOf" srcId="{7E47C613-9B43-4DD7-87EA-87420D35EEF6}" destId="{C0FB04F0-6EAB-4F93-9A78-732B72077E56}" srcOrd="3" destOrd="0" presId="urn:microsoft.com/office/officeart/2005/8/layout/default"/>
    <dgm:cxn modelId="{5C28A314-C47F-45EA-9752-A0C1DFB6B352}" type="presParOf" srcId="{7E47C613-9B43-4DD7-87EA-87420D35EEF6}" destId="{254C8A30-0656-4F05-8351-6ED49960458B}" srcOrd="4" destOrd="0" presId="urn:microsoft.com/office/officeart/2005/8/layout/default"/>
    <dgm:cxn modelId="{968C1967-3371-4227-8653-11763FF1C91C}" type="presParOf" srcId="{7E47C613-9B43-4DD7-87EA-87420D35EEF6}" destId="{2ED5659C-6FEE-4CAC-8AD5-B81D4B47DA72}" srcOrd="5" destOrd="0" presId="urn:microsoft.com/office/officeart/2005/8/layout/default"/>
    <dgm:cxn modelId="{8CAF6877-2A55-4FF2-9F0C-C566B65FEE4D}" type="presParOf" srcId="{7E47C613-9B43-4DD7-87EA-87420D35EEF6}" destId="{9BCD343D-3A5F-4268-B19A-D00CCF980CA6}" srcOrd="6" destOrd="0" presId="urn:microsoft.com/office/officeart/2005/8/layout/default"/>
    <dgm:cxn modelId="{AC510245-A4CA-4ADD-A8AF-60BD4B0C4EC5}" type="presParOf" srcId="{7E47C613-9B43-4DD7-87EA-87420D35EEF6}" destId="{2F3B980F-CFE1-4297-8C05-AEB708FAF753}" srcOrd="7" destOrd="0" presId="urn:microsoft.com/office/officeart/2005/8/layout/default"/>
    <dgm:cxn modelId="{F1CF6D2B-10DA-4859-AF1A-926132B275BE}" type="presParOf" srcId="{7E47C613-9B43-4DD7-87EA-87420D35EEF6}" destId="{FBE117FC-73C4-4E38-8FD8-B10D6283BCDA}" srcOrd="8" destOrd="0" presId="urn:microsoft.com/office/officeart/2005/8/layout/default"/>
    <dgm:cxn modelId="{E4E64172-C305-4791-8A02-D7C18533F8B9}" type="presParOf" srcId="{7E47C613-9B43-4DD7-87EA-87420D35EEF6}" destId="{D31F7CAA-E3FA-477B-BE81-D5D943AC9DFF}" srcOrd="9" destOrd="0" presId="urn:microsoft.com/office/officeart/2005/8/layout/default"/>
    <dgm:cxn modelId="{16028000-629D-4C5A-B1E7-933DB328A539}" type="presParOf" srcId="{7E47C613-9B43-4DD7-87EA-87420D35EEF6}" destId="{F52E9A1D-C5EC-4D0B-913E-0E0AD4AFFA1C}"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F12DFD0-E40B-4CC8-B9DD-48B82ACE006B}"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563CDA6A-9A3F-43AE-AD59-39EBF02C489F}">
      <dgm:prSet/>
      <dgm:spPr/>
      <dgm:t>
        <a:bodyPr/>
        <a:lstStyle/>
        <a:p>
          <a:r>
            <a:rPr lang="en-US" b="0" i="0"/>
            <a:t>Higher data rate</a:t>
          </a:r>
          <a:endParaRPr lang="en-US"/>
        </a:p>
      </dgm:t>
    </dgm:pt>
    <dgm:pt modelId="{1701001D-B92A-4336-B193-32E7CF279174}" type="parTrans" cxnId="{048674DE-3296-4277-BDDB-8E224F4EEC28}">
      <dgm:prSet/>
      <dgm:spPr/>
      <dgm:t>
        <a:bodyPr/>
        <a:lstStyle/>
        <a:p>
          <a:endParaRPr lang="en-US"/>
        </a:p>
      </dgm:t>
    </dgm:pt>
    <dgm:pt modelId="{7B005526-48A2-4725-BFA2-3C33F9976E0A}" type="sibTrans" cxnId="{048674DE-3296-4277-BDDB-8E224F4EEC28}">
      <dgm:prSet/>
      <dgm:spPr/>
      <dgm:t>
        <a:bodyPr/>
        <a:lstStyle/>
        <a:p>
          <a:endParaRPr lang="en-US"/>
        </a:p>
      </dgm:t>
    </dgm:pt>
    <dgm:pt modelId="{B6A0DD05-6F49-412F-8509-245B1B02A6BA}">
      <dgm:prSet/>
      <dgm:spPr/>
      <dgm:t>
        <a:bodyPr/>
        <a:lstStyle/>
        <a:p>
          <a:r>
            <a:rPr lang="en-US" b="0" i="0"/>
            <a:t>Video calling</a:t>
          </a:r>
          <a:endParaRPr lang="en-US"/>
        </a:p>
      </dgm:t>
    </dgm:pt>
    <dgm:pt modelId="{8DD29C01-47B5-44A1-ABE4-F781FA11D265}" type="parTrans" cxnId="{98EBBAE0-02E5-4DCE-86C2-97CC1A6AC84D}">
      <dgm:prSet/>
      <dgm:spPr/>
      <dgm:t>
        <a:bodyPr/>
        <a:lstStyle/>
        <a:p>
          <a:endParaRPr lang="en-US"/>
        </a:p>
      </dgm:t>
    </dgm:pt>
    <dgm:pt modelId="{DB78F2C1-25C0-495E-A99D-3665DA4C1717}" type="sibTrans" cxnId="{98EBBAE0-02E5-4DCE-86C2-97CC1A6AC84D}">
      <dgm:prSet/>
      <dgm:spPr/>
      <dgm:t>
        <a:bodyPr/>
        <a:lstStyle/>
        <a:p>
          <a:endParaRPr lang="en-US"/>
        </a:p>
      </dgm:t>
    </dgm:pt>
    <dgm:pt modelId="{223B408A-F322-4C62-AAA5-9C1683EE958C}">
      <dgm:prSet/>
      <dgm:spPr/>
      <dgm:t>
        <a:bodyPr/>
        <a:lstStyle/>
        <a:p>
          <a:r>
            <a:rPr lang="en-US" b="0" i="0"/>
            <a:t>Enhanced security, more number of users and coverage</a:t>
          </a:r>
          <a:endParaRPr lang="en-US"/>
        </a:p>
      </dgm:t>
    </dgm:pt>
    <dgm:pt modelId="{8BBB6445-4D89-48A4-B3C1-2DEBB58ED493}" type="parTrans" cxnId="{F4BA45D2-17C0-402E-AEDA-CDEA942CDFEE}">
      <dgm:prSet/>
      <dgm:spPr/>
      <dgm:t>
        <a:bodyPr/>
        <a:lstStyle/>
        <a:p>
          <a:endParaRPr lang="en-US"/>
        </a:p>
      </dgm:t>
    </dgm:pt>
    <dgm:pt modelId="{E448DFB1-D242-48AF-A7CA-C4FE489E2180}" type="sibTrans" cxnId="{F4BA45D2-17C0-402E-AEDA-CDEA942CDFEE}">
      <dgm:prSet/>
      <dgm:spPr/>
      <dgm:t>
        <a:bodyPr/>
        <a:lstStyle/>
        <a:p>
          <a:endParaRPr lang="en-US"/>
        </a:p>
      </dgm:t>
    </dgm:pt>
    <dgm:pt modelId="{EBFBC141-42D1-4934-BE76-28F8E9635B00}">
      <dgm:prSet/>
      <dgm:spPr/>
      <dgm:t>
        <a:bodyPr/>
        <a:lstStyle/>
        <a:p>
          <a:r>
            <a:rPr lang="en-US" b="0" i="0"/>
            <a:t>Mobile app support</a:t>
          </a:r>
          <a:endParaRPr lang="en-US"/>
        </a:p>
      </dgm:t>
    </dgm:pt>
    <dgm:pt modelId="{D17637E4-EF87-463A-8B83-45AAA5B2275B}" type="parTrans" cxnId="{7A7360B1-5019-4F54-81CB-0CBE280392C5}">
      <dgm:prSet/>
      <dgm:spPr/>
      <dgm:t>
        <a:bodyPr/>
        <a:lstStyle/>
        <a:p>
          <a:endParaRPr lang="en-US"/>
        </a:p>
      </dgm:t>
    </dgm:pt>
    <dgm:pt modelId="{4D05BD3F-D12A-4F50-B0C6-6532E79C670D}" type="sibTrans" cxnId="{7A7360B1-5019-4F54-81CB-0CBE280392C5}">
      <dgm:prSet/>
      <dgm:spPr/>
      <dgm:t>
        <a:bodyPr/>
        <a:lstStyle/>
        <a:p>
          <a:endParaRPr lang="en-US"/>
        </a:p>
      </dgm:t>
    </dgm:pt>
    <dgm:pt modelId="{C35B5A3C-FDF6-4F96-9477-D52966083E60}">
      <dgm:prSet/>
      <dgm:spPr/>
      <dgm:t>
        <a:bodyPr/>
        <a:lstStyle/>
        <a:p>
          <a:r>
            <a:rPr lang="en-US" b="0" i="0"/>
            <a:t>Multimedia message support</a:t>
          </a:r>
          <a:endParaRPr lang="en-US"/>
        </a:p>
      </dgm:t>
    </dgm:pt>
    <dgm:pt modelId="{D3A52528-4EA9-43DE-B7D6-A197BAFD78A0}" type="parTrans" cxnId="{03CE78B4-0C70-492C-8423-D34DEB138416}">
      <dgm:prSet/>
      <dgm:spPr/>
      <dgm:t>
        <a:bodyPr/>
        <a:lstStyle/>
        <a:p>
          <a:endParaRPr lang="en-US"/>
        </a:p>
      </dgm:t>
    </dgm:pt>
    <dgm:pt modelId="{58D9CADE-0355-489C-9116-8AF0DB33155B}" type="sibTrans" cxnId="{03CE78B4-0C70-492C-8423-D34DEB138416}">
      <dgm:prSet/>
      <dgm:spPr/>
      <dgm:t>
        <a:bodyPr/>
        <a:lstStyle/>
        <a:p>
          <a:endParaRPr lang="en-US"/>
        </a:p>
      </dgm:t>
    </dgm:pt>
    <dgm:pt modelId="{807E6772-1D65-4F6F-B546-5A551A94F1B6}">
      <dgm:prSet/>
      <dgm:spPr/>
      <dgm:t>
        <a:bodyPr/>
        <a:lstStyle/>
        <a:p>
          <a:r>
            <a:rPr lang="en-US" b="0" i="0"/>
            <a:t>Location tracking and maps</a:t>
          </a:r>
          <a:endParaRPr lang="en-US"/>
        </a:p>
      </dgm:t>
    </dgm:pt>
    <dgm:pt modelId="{D986EFE1-C31D-4A32-BD31-550033B673C1}" type="parTrans" cxnId="{39AB36B2-980C-4352-A9B3-C2F5B843BEF7}">
      <dgm:prSet/>
      <dgm:spPr/>
      <dgm:t>
        <a:bodyPr/>
        <a:lstStyle/>
        <a:p>
          <a:endParaRPr lang="en-US"/>
        </a:p>
      </dgm:t>
    </dgm:pt>
    <dgm:pt modelId="{790EDAC8-B20A-46EE-B5DC-E97C5881A809}" type="sibTrans" cxnId="{39AB36B2-980C-4352-A9B3-C2F5B843BEF7}">
      <dgm:prSet/>
      <dgm:spPr/>
      <dgm:t>
        <a:bodyPr/>
        <a:lstStyle/>
        <a:p>
          <a:endParaRPr lang="en-US"/>
        </a:p>
      </dgm:t>
    </dgm:pt>
    <dgm:pt modelId="{4599AB04-2B87-4AF6-BAB5-EFFF74FDC10F}">
      <dgm:prSet/>
      <dgm:spPr/>
      <dgm:t>
        <a:bodyPr/>
        <a:lstStyle/>
        <a:p>
          <a:r>
            <a:rPr lang="en-US" b="0" i="0"/>
            <a:t>Better web browsing</a:t>
          </a:r>
          <a:endParaRPr lang="en-US"/>
        </a:p>
      </dgm:t>
    </dgm:pt>
    <dgm:pt modelId="{5C44E5F9-670D-4C2E-BCD2-4F28888D02AA}" type="parTrans" cxnId="{DAF477A2-D048-4322-A0F1-E91D944C0C25}">
      <dgm:prSet/>
      <dgm:spPr/>
      <dgm:t>
        <a:bodyPr/>
        <a:lstStyle/>
        <a:p>
          <a:endParaRPr lang="en-US"/>
        </a:p>
      </dgm:t>
    </dgm:pt>
    <dgm:pt modelId="{3102EB95-9D4D-4EDF-B904-D8DFBA31CA76}" type="sibTrans" cxnId="{DAF477A2-D048-4322-A0F1-E91D944C0C25}">
      <dgm:prSet/>
      <dgm:spPr/>
      <dgm:t>
        <a:bodyPr/>
        <a:lstStyle/>
        <a:p>
          <a:endParaRPr lang="en-US"/>
        </a:p>
      </dgm:t>
    </dgm:pt>
    <dgm:pt modelId="{A63190D0-85A8-4515-9DA2-D2043FA4A201}">
      <dgm:prSet/>
      <dgm:spPr/>
      <dgm:t>
        <a:bodyPr/>
        <a:lstStyle/>
        <a:p>
          <a:r>
            <a:rPr lang="en-US" b="0" i="0"/>
            <a:t>TV streaming</a:t>
          </a:r>
          <a:endParaRPr lang="en-US"/>
        </a:p>
      </dgm:t>
    </dgm:pt>
    <dgm:pt modelId="{79505EE1-80B0-4662-86DA-E126A7A0472B}" type="parTrans" cxnId="{F8173E89-5005-43A7-B3C6-C9311ADF9BF7}">
      <dgm:prSet/>
      <dgm:spPr/>
      <dgm:t>
        <a:bodyPr/>
        <a:lstStyle/>
        <a:p>
          <a:endParaRPr lang="en-US"/>
        </a:p>
      </dgm:t>
    </dgm:pt>
    <dgm:pt modelId="{47DB9388-6C70-45C7-BD87-260471C64B55}" type="sibTrans" cxnId="{F8173E89-5005-43A7-B3C6-C9311ADF9BF7}">
      <dgm:prSet/>
      <dgm:spPr/>
      <dgm:t>
        <a:bodyPr/>
        <a:lstStyle/>
        <a:p>
          <a:endParaRPr lang="en-US"/>
        </a:p>
      </dgm:t>
    </dgm:pt>
    <dgm:pt modelId="{61DDFA46-AB26-4C71-9CB1-E3F27363D457}">
      <dgm:prSet/>
      <dgm:spPr/>
      <dgm:t>
        <a:bodyPr/>
        <a:lstStyle/>
        <a:p>
          <a:r>
            <a:rPr lang="en-US" b="0" i="0"/>
            <a:t>High quality 3D games</a:t>
          </a:r>
          <a:endParaRPr lang="en-US"/>
        </a:p>
      </dgm:t>
    </dgm:pt>
    <dgm:pt modelId="{212BFFB7-CFED-446E-BC56-D98CBEFB1D0D}" type="parTrans" cxnId="{B10D4532-AA48-4E94-8E4C-F50DC3D7EEFA}">
      <dgm:prSet/>
      <dgm:spPr/>
      <dgm:t>
        <a:bodyPr/>
        <a:lstStyle/>
        <a:p>
          <a:endParaRPr lang="en-US"/>
        </a:p>
      </dgm:t>
    </dgm:pt>
    <dgm:pt modelId="{01F6355C-4B81-4B21-BCA1-F34F627F1129}" type="sibTrans" cxnId="{B10D4532-AA48-4E94-8E4C-F50DC3D7EEFA}">
      <dgm:prSet/>
      <dgm:spPr/>
      <dgm:t>
        <a:bodyPr/>
        <a:lstStyle/>
        <a:p>
          <a:endParaRPr lang="en-US"/>
        </a:p>
      </dgm:t>
    </dgm:pt>
    <dgm:pt modelId="{BF5E7177-E64E-4194-A24C-5FC8F7502A9D}" type="pres">
      <dgm:prSet presAssocID="{7F12DFD0-E40B-4CC8-B9DD-48B82ACE006B}" presName="diagram" presStyleCnt="0">
        <dgm:presLayoutVars>
          <dgm:dir/>
          <dgm:resizeHandles val="exact"/>
        </dgm:presLayoutVars>
      </dgm:prSet>
      <dgm:spPr/>
    </dgm:pt>
    <dgm:pt modelId="{E39930CC-22E4-427A-8226-BB47238361EF}" type="pres">
      <dgm:prSet presAssocID="{563CDA6A-9A3F-43AE-AD59-39EBF02C489F}" presName="node" presStyleLbl="node1" presStyleIdx="0" presStyleCnt="9">
        <dgm:presLayoutVars>
          <dgm:bulletEnabled val="1"/>
        </dgm:presLayoutVars>
      </dgm:prSet>
      <dgm:spPr/>
    </dgm:pt>
    <dgm:pt modelId="{E7678F95-69CD-4740-9AFE-F2105BA033DB}" type="pres">
      <dgm:prSet presAssocID="{7B005526-48A2-4725-BFA2-3C33F9976E0A}" presName="sibTrans" presStyleCnt="0"/>
      <dgm:spPr/>
    </dgm:pt>
    <dgm:pt modelId="{A697ADA6-5E44-4298-806D-CB771F1F677D}" type="pres">
      <dgm:prSet presAssocID="{B6A0DD05-6F49-412F-8509-245B1B02A6BA}" presName="node" presStyleLbl="node1" presStyleIdx="1" presStyleCnt="9">
        <dgm:presLayoutVars>
          <dgm:bulletEnabled val="1"/>
        </dgm:presLayoutVars>
      </dgm:prSet>
      <dgm:spPr/>
    </dgm:pt>
    <dgm:pt modelId="{735AB587-AC84-416F-88F6-06515910FCE9}" type="pres">
      <dgm:prSet presAssocID="{DB78F2C1-25C0-495E-A99D-3665DA4C1717}" presName="sibTrans" presStyleCnt="0"/>
      <dgm:spPr/>
    </dgm:pt>
    <dgm:pt modelId="{5AC172ED-F9C9-4182-BCAF-EEAD39605F00}" type="pres">
      <dgm:prSet presAssocID="{223B408A-F322-4C62-AAA5-9C1683EE958C}" presName="node" presStyleLbl="node1" presStyleIdx="2" presStyleCnt="9">
        <dgm:presLayoutVars>
          <dgm:bulletEnabled val="1"/>
        </dgm:presLayoutVars>
      </dgm:prSet>
      <dgm:spPr/>
    </dgm:pt>
    <dgm:pt modelId="{DEF87AA7-91C5-4354-B2DE-E34781AA85C5}" type="pres">
      <dgm:prSet presAssocID="{E448DFB1-D242-48AF-A7CA-C4FE489E2180}" presName="sibTrans" presStyleCnt="0"/>
      <dgm:spPr/>
    </dgm:pt>
    <dgm:pt modelId="{D3D3797C-4409-4238-B6FD-70C29F3B1FA2}" type="pres">
      <dgm:prSet presAssocID="{EBFBC141-42D1-4934-BE76-28F8E9635B00}" presName="node" presStyleLbl="node1" presStyleIdx="3" presStyleCnt="9">
        <dgm:presLayoutVars>
          <dgm:bulletEnabled val="1"/>
        </dgm:presLayoutVars>
      </dgm:prSet>
      <dgm:spPr/>
    </dgm:pt>
    <dgm:pt modelId="{CA47AA46-FDB4-458A-BC59-AD6691F31755}" type="pres">
      <dgm:prSet presAssocID="{4D05BD3F-D12A-4F50-B0C6-6532E79C670D}" presName="sibTrans" presStyleCnt="0"/>
      <dgm:spPr/>
    </dgm:pt>
    <dgm:pt modelId="{B2BE03FB-A051-4ACF-889F-17CEE6ECA814}" type="pres">
      <dgm:prSet presAssocID="{C35B5A3C-FDF6-4F96-9477-D52966083E60}" presName="node" presStyleLbl="node1" presStyleIdx="4" presStyleCnt="9">
        <dgm:presLayoutVars>
          <dgm:bulletEnabled val="1"/>
        </dgm:presLayoutVars>
      </dgm:prSet>
      <dgm:spPr/>
    </dgm:pt>
    <dgm:pt modelId="{05A51188-8F08-4625-B9E2-40022440BB28}" type="pres">
      <dgm:prSet presAssocID="{58D9CADE-0355-489C-9116-8AF0DB33155B}" presName="sibTrans" presStyleCnt="0"/>
      <dgm:spPr/>
    </dgm:pt>
    <dgm:pt modelId="{8274B418-282F-4AA3-95C7-3649FBA2E38A}" type="pres">
      <dgm:prSet presAssocID="{807E6772-1D65-4F6F-B546-5A551A94F1B6}" presName="node" presStyleLbl="node1" presStyleIdx="5" presStyleCnt="9">
        <dgm:presLayoutVars>
          <dgm:bulletEnabled val="1"/>
        </dgm:presLayoutVars>
      </dgm:prSet>
      <dgm:spPr/>
    </dgm:pt>
    <dgm:pt modelId="{A9358F53-70F8-4345-B95F-7ECB6C880D57}" type="pres">
      <dgm:prSet presAssocID="{790EDAC8-B20A-46EE-B5DC-E97C5881A809}" presName="sibTrans" presStyleCnt="0"/>
      <dgm:spPr/>
    </dgm:pt>
    <dgm:pt modelId="{0CC3D5A1-7E8A-473B-A169-41F7A29E1495}" type="pres">
      <dgm:prSet presAssocID="{4599AB04-2B87-4AF6-BAB5-EFFF74FDC10F}" presName="node" presStyleLbl="node1" presStyleIdx="6" presStyleCnt="9">
        <dgm:presLayoutVars>
          <dgm:bulletEnabled val="1"/>
        </dgm:presLayoutVars>
      </dgm:prSet>
      <dgm:spPr/>
    </dgm:pt>
    <dgm:pt modelId="{2388FC07-FE5C-4DC6-B5B0-22BBB62D93A4}" type="pres">
      <dgm:prSet presAssocID="{3102EB95-9D4D-4EDF-B904-D8DFBA31CA76}" presName="sibTrans" presStyleCnt="0"/>
      <dgm:spPr/>
    </dgm:pt>
    <dgm:pt modelId="{3D339F45-9B33-4C25-9701-9359D1931E9A}" type="pres">
      <dgm:prSet presAssocID="{A63190D0-85A8-4515-9DA2-D2043FA4A201}" presName="node" presStyleLbl="node1" presStyleIdx="7" presStyleCnt="9">
        <dgm:presLayoutVars>
          <dgm:bulletEnabled val="1"/>
        </dgm:presLayoutVars>
      </dgm:prSet>
      <dgm:spPr/>
    </dgm:pt>
    <dgm:pt modelId="{7C62825A-CE30-4389-B43B-3455D630A775}" type="pres">
      <dgm:prSet presAssocID="{47DB9388-6C70-45C7-BD87-260471C64B55}" presName="sibTrans" presStyleCnt="0"/>
      <dgm:spPr/>
    </dgm:pt>
    <dgm:pt modelId="{ECF89D0A-DA44-40DF-8A20-A22559B68AAA}" type="pres">
      <dgm:prSet presAssocID="{61DDFA46-AB26-4C71-9CB1-E3F27363D457}" presName="node" presStyleLbl="node1" presStyleIdx="8" presStyleCnt="9">
        <dgm:presLayoutVars>
          <dgm:bulletEnabled val="1"/>
        </dgm:presLayoutVars>
      </dgm:prSet>
      <dgm:spPr/>
    </dgm:pt>
  </dgm:ptLst>
  <dgm:cxnLst>
    <dgm:cxn modelId="{3011EC30-06D7-403A-BA26-0D09A3026F7B}" type="presOf" srcId="{223B408A-F322-4C62-AAA5-9C1683EE958C}" destId="{5AC172ED-F9C9-4182-BCAF-EEAD39605F00}" srcOrd="0" destOrd="0" presId="urn:microsoft.com/office/officeart/2005/8/layout/default"/>
    <dgm:cxn modelId="{B10D4532-AA48-4E94-8E4C-F50DC3D7EEFA}" srcId="{7F12DFD0-E40B-4CC8-B9DD-48B82ACE006B}" destId="{61DDFA46-AB26-4C71-9CB1-E3F27363D457}" srcOrd="8" destOrd="0" parTransId="{212BFFB7-CFED-446E-BC56-D98CBEFB1D0D}" sibTransId="{01F6355C-4B81-4B21-BCA1-F34F627F1129}"/>
    <dgm:cxn modelId="{66DEE84A-2458-4A3B-A084-506F4AED3DCB}" type="presOf" srcId="{C35B5A3C-FDF6-4F96-9477-D52966083E60}" destId="{B2BE03FB-A051-4ACF-889F-17CEE6ECA814}" srcOrd="0" destOrd="0" presId="urn:microsoft.com/office/officeart/2005/8/layout/default"/>
    <dgm:cxn modelId="{6DBC8A72-02F7-4988-912B-750321D43687}" type="presOf" srcId="{7F12DFD0-E40B-4CC8-B9DD-48B82ACE006B}" destId="{BF5E7177-E64E-4194-A24C-5FC8F7502A9D}" srcOrd="0" destOrd="0" presId="urn:microsoft.com/office/officeart/2005/8/layout/default"/>
    <dgm:cxn modelId="{F8173E89-5005-43A7-B3C6-C9311ADF9BF7}" srcId="{7F12DFD0-E40B-4CC8-B9DD-48B82ACE006B}" destId="{A63190D0-85A8-4515-9DA2-D2043FA4A201}" srcOrd="7" destOrd="0" parTransId="{79505EE1-80B0-4662-86DA-E126A7A0472B}" sibTransId="{47DB9388-6C70-45C7-BD87-260471C64B55}"/>
    <dgm:cxn modelId="{DE42049E-541D-43B0-AB9D-950D667C229A}" type="presOf" srcId="{563CDA6A-9A3F-43AE-AD59-39EBF02C489F}" destId="{E39930CC-22E4-427A-8226-BB47238361EF}" srcOrd="0" destOrd="0" presId="urn:microsoft.com/office/officeart/2005/8/layout/default"/>
    <dgm:cxn modelId="{DAF477A2-D048-4322-A0F1-E91D944C0C25}" srcId="{7F12DFD0-E40B-4CC8-B9DD-48B82ACE006B}" destId="{4599AB04-2B87-4AF6-BAB5-EFFF74FDC10F}" srcOrd="6" destOrd="0" parTransId="{5C44E5F9-670D-4C2E-BCD2-4F28888D02AA}" sibTransId="{3102EB95-9D4D-4EDF-B904-D8DFBA31CA76}"/>
    <dgm:cxn modelId="{7A7360B1-5019-4F54-81CB-0CBE280392C5}" srcId="{7F12DFD0-E40B-4CC8-B9DD-48B82ACE006B}" destId="{EBFBC141-42D1-4934-BE76-28F8E9635B00}" srcOrd="3" destOrd="0" parTransId="{D17637E4-EF87-463A-8B83-45AAA5B2275B}" sibTransId="{4D05BD3F-D12A-4F50-B0C6-6532E79C670D}"/>
    <dgm:cxn modelId="{39AB36B2-980C-4352-A9B3-C2F5B843BEF7}" srcId="{7F12DFD0-E40B-4CC8-B9DD-48B82ACE006B}" destId="{807E6772-1D65-4F6F-B546-5A551A94F1B6}" srcOrd="5" destOrd="0" parTransId="{D986EFE1-C31D-4A32-BD31-550033B673C1}" sibTransId="{790EDAC8-B20A-46EE-B5DC-E97C5881A809}"/>
    <dgm:cxn modelId="{03CE78B4-0C70-492C-8423-D34DEB138416}" srcId="{7F12DFD0-E40B-4CC8-B9DD-48B82ACE006B}" destId="{C35B5A3C-FDF6-4F96-9477-D52966083E60}" srcOrd="4" destOrd="0" parTransId="{D3A52528-4EA9-43DE-B7D6-A197BAFD78A0}" sibTransId="{58D9CADE-0355-489C-9116-8AF0DB33155B}"/>
    <dgm:cxn modelId="{BCDBE5BC-0E65-4289-BD1D-D9FFAC1B5822}" type="presOf" srcId="{4599AB04-2B87-4AF6-BAB5-EFFF74FDC10F}" destId="{0CC3D5A1-7E8A-473B-A169-41F7A29E1495}" srcOrd="0" destOrd="0" presId="urn:microsoft.com/office/officeart/2005/8/layout/default"/>
    <dgm:cxn modelId="{FDC0EDC2-0BC7-44B7-A2C1-E86CF1F8EA45}" type="presOf" srcId="{807E6772-1D65-4F6F-B546-5A551A94F1B6}" destId="{8274B418-282F-4AA3-95C7-3649FBA2E38A}" srcOrd="0" destOrd="0" presId="urn:microsoft.com/office/officeart/2005/8/layout/default"/>
    <dgm:cxn modelId="{F4BA45D2-17C0-402E-AEDA-CDEA942CDFEE}" srcId="{7F12DFD0-E40B-4CC8-B9DD-48B82ACE006B}" destId="{223B408A-F322-4C62-AAA5-9C1683EE958C}" srcOrd="2" destOrd="0" parTransId="{8BBB6445-4D89-48A4-B3C1-2DEBB58ED493}" sibTransId="{E448DFB1-D242-48AF-A7CA-C4FE489E2180}"/>
    <dgm:cxn modelId="{A17E53DA-91ED-4769-87C6-3C0D9774BA15}" type="presOf" srcId="{B6A0DD05-6F49-412F-8509-245B1B02A6BA}" destId="{A697ADA6-5E44-4298-806D-CB771F1F677D}" srcOrd="0" destOrd="0" presId="urn:microsoft.com/office/officeart/2005/8/layout/default"/>
    <dgm:cxn modelId="{F035D7DA-AEA2-4984-ACDE-16AD0135851A}" type="presOf" srcId="{61DDFA46-AB26-4C71-9CB1-E3F27363D457}" destId="{ECF89D0A-DA44-40DF-8A20-A22559B68AAA}" srcOrd="0" destOrd="0" presId="urn:microsoft.com/office/officeart/2005/8/layout/default"/>
    <dgm:cxn modelId="{048674DE-3296-4277-BDDB-8E224F4EEC28}" srcId="{7F12DFD0-E40B-4CC8-B9DD-48B82ACE006B}" destId="{563CDA6A-9A3F-43AE-AD59-39EBF02C489F}" srcOrd="0" destOrd="0" parTransId="{1701001D-B92A-4336-B193-32E7CF279174}" sibTransId="{7B005526-48A2-4725-BFA2-3C33F9976E0A}"/>
    <dgm:cxn modelId="{98EBBAE0-02E5-4DCE-86C2-97CC1A6AC84D}" srcId="{7F12DFD0-E40B-4CC8-B9DD-48B82ACE006B}" destId="{B6A0DD05-6F49-412F-8509-245B1B02A6BA}" srcOrd="1" destOrd="0" parTransId="{8DD29C01-47B5-44A1-ABE4-F781FA11D265}" sibTransId="{DB78F2C1-25C0-495E-A99D-3665DA4C1717}"/>
    <dgm:cxn modelId="{84B5D4F8-DA6B-4E06-A21C-A88D00103A60}" type="presOf" srcId="{A63190D0-85A8-4515-9DA2-D2043FA4A201}" destId="{3D339F45-9B33-4C25-9701-9359D1931E9A}" srcOrd="0" destOrd="0" presId="urn:microsoft.com/office/officeart/2005/8/layout/default"/>
    <dgm:cxn modelId="{95785DF9-F777-4048-A519-8BD22CBAB98E}" type="presOf" srcId="{EBFBC141-42D1-4934-BE76-28F8E9635B00}" destId="{D3D3797C-4409-4238-B6FD-70C29F3B1FA2}" srcOrd="0" destOrd="0" presId="urn:microsoft.com/office/officeart/2005/8/layout/default"/>
    <dgm:cxn modelId="{4EDBC8FD-AEC0-4612-9595-ACA05F48BC62}" type="presParOf" srcId="{BF5E7177-E64E-4194-A24C-5FC8F7502A9D}" destId="{E39930CC-22E4-427A-8226-BB47238361EF}" srcOrd="0" destOrd="0" presId="urn:microsoft.com/office/officeart/2005/8/layout/default"/>
    <dgm:cxn modelId="{DF73D70E-0EE5-4983-9D31-9A328543D860}" type="presParOf" srcId="{BF5E7177-E64E-4194-A24C-5FC8F7502A9D}" destId="{E7678F95-69CD-4740-9AFE-F2105BA033DB}" srcOrd="1" destOrd="0" presId="urn:microsoft.com/office/officeart/2005/8/layout/default"/>
    <dgm:cxn modelId="{1C7EA760-AC87-4593-947E-307FC9ABF138}" type="presParOf" srcId="{BF5E7177-E64E-4194-A24C-5FC8F7502A9D}" destId="{A697ADA6-5E44-4298-806D-CB771F1F677D}" srcOrd="2" destOrd="0" presId="urn:microsoft.com/office/officeart/2005/8/layout/default"/>
    <dgm:cxn modelId="{44DC8D0F-A317-4F78-BD36-3657F5361B73}" type="presParOf" srcId="{BF5E7177-E64E-4194-A24C-5FC8F7502A9D}" destId="{735AB587-AC84-416F-88F6-06515910FCE9}" srcOrd="3" destOrd="0" presId="urn:microsoft.com/office/officeart/2005/8/layout/default"/>
    <dgm:cxn modelId="{27810030-A8D4-4EFA-8693-367AF43FD495}" type="presParOf" srcId="{BF5E7177-E64E-4194-A24C-5FC8F7502A9D}" destId="{5AC172ED-F9C9-4182-BCAF-EEAD39605F00}" srcOrd="4" destOrd="0" presId="urn:microsoft.com/office/officeart/2005/8/layout/default"/>
    <dgm:cxn modelId="{BDC4519B-A2C0-4B36-9723-8E8A64CB2734}" type="presParOf" srcId="{BF5E7177-E64E-4194-A24C-5FC8F7502A9D}" destId="{DEF87AA7-91C5-4354-B2DE-E34781AA85C5}" srcOrd="5" destOrd="0" presId="urn:microsoft.com/office/officeart/2005/8/layout/default"/>
    <dgm:cxn modelId="{DF459768-54D9-4487-AA0D-4F955B462E7E}" type="presParOf" srcId="{BF5E7177-E64E-4194-A24C-5FC8F7502A9D}" destId="{D3D3797C-4409-4238-B6FD-70C29F3B1FA2}" srcOrd="6" destOrd="0" presId="urn:microsoft.com/office/officeart/2005/8/layout/default"/>
    <dgm:cxn modelId="{82685171-C1AC-41A8-AA09-2D8D8B68EAE9}" type="presParOf" srcId="{BF5E7177-E64E-4194-A24C-5FC8F7502A9D}" destId="{CA47AA46-FDB4-458A-BC59-AD6691F31755}" srcOrd="7" destOrd="0" presId="urn:microsoft.com/office/officeart/2005/8/layout/default"/>
    <dgm:cxn modelId="{D152D754-3A26-476F-8E0C-C362E1272158}" type="presParOf" srcId="{BF5E7177-E64E-4194-A24C-5FC8F7502A9D}" destId="{B2BE03FB-A051-4ACF-889F-17CEE6ECA814}" srcOrd="8" destOrd="0" presId="urn:microsoft.com/office/officeart/2005/8/layout/default"/>
    <dgm:cxn modelId="{93608564-E403-4AB7-90A3-9EDDBE4B1F3A}" type="presParOf" srcId="{BF5E7177-E64E-4194-A24C-5FC8F7502A9D}" destId="{05A51188-8F08-4625-B9E2-40022440BB28}" srcOrd="9" destOrd="0" presId="urn:microsoft.com/office/officeart/2005/8/layout/default"/>
    <dgm:cxn modelId="{A91314C9-6EB4-4EBB-90E3-7D2CC5D3DAC5}" type="presParOf" srcId="{BF5E7177-E64E-4194-A24C-5FC8F7502A9D}" destId="{8274B418-282F-4AA3-95C7-3649FBA2E38A}" srcOrd="10" destOrd="0" presId="urn:microsoft.com/office/officeart/2005/8/layout/default"/>
    <dgm:cxn modelId="{42A8555B-E93D-4935-8CED-F91CCFA0A0A7}" type="presParOf" srcId="{BF5E7177-E64E-4194-A24C-5FC8F7502A9D}" destId="{A9358F53-70F8-4345-B95F-7ECB6C880D57}" srcOrd="11" destOrd="0" presId="urn:microsoft.com/office/officeart/2005/8/layout/default"/>
    <dgm:cxn modelId="{B274A4F4-7BB6-48D3-B799-2939282ED75D}" type="presParOf" srcId="{BF5E7177-E64E-4194-A24C-5FC8F7502A9D}" destId="{0CC3D5A1-7E8A-473B-A169-41F7A29E1495}" srcOrd="12" destOrd="0" presId="urn:microsoft.com/office/officeart/2005/8/layout/default"/>
    <dgm:cxn modelId="{2F0C80FD-D301-4CE1-8864-FEBA1C2A78A9}" type="presParOf" srcId="{BF5E7177-E64E-4194-A24C-5FC8F7502A9D}" destId="{2388FC07-FE5C-4DC6-B5B0-22BBB62D93A4}" srcOrd="13" destOrd="0" presId="urn:microsoft.com/office/officeart/2005/8/layout/default"/>
    <dgm:cxn modelId="{4440C71E-2171-4D41-8F7E-80BD8F36C4A1}" type="presParOf" srcId="{BF5E7177-E64E-4194-A24C-5FC8F7502A9D}" destId="{3D339F45-9B33-4C25-9701-9359D1931E9A}" srcOrd="14" destOrd="0" presId="urn:microsoft.com/office/officeart/2005/8/layout/default"/>
    <dgm:cxn modelId="{BB1E4BDC-BA2A-4828-BB30-9DC16590EC84}" type="presParOf" srcId="{BF5E7177-E64E-4194-A24C-5FC8F7502A9D}" destId="{7C62825A-CE30-4389-B43B-3455D630A775}" srcOrd="15" destOrd="0" presId="urn:microsoft.com/office/officeart/2005/8/layout/default"/>
    <dgm:cxn modelId="{A324FBA2-52DB-4318-B50C-97D3B80839A7}" type="presParOf" srcId="{BF5E7177-E64E-4194-A24C-5FC8F7502A9D}" destId="{ECF89D0A-DA44-40DF-8A20-A22559B68AAA}"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23718C1-3A45-4B74-AF6C-E35C5DACE06B}"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EB9E10C4-15A1-4D56-BC88-71B758337652}">
      <dgm:prSet/>
      <dgm:spPr/>
      <dgm:t>
        <a:bodyPr/>
        <a:lstStyle/>
        <a:p>
          <a:r>
            <a:rPr lang="en-US" b="0" i="0"/>
            <a:t>In order to enhance data rate in existing 3G networks, another two technology improvements are introduced to network. </a:t>
          </a:r>
          <a:endParaRPr lang="en-US"/>
        </a:p>
      </dgm:t>
    </dgm:pt>
    <dgm:pt modelId="{1886A18F-63E8-471B-A32E-317BD532CD2F}" type="parTrans" cxnId="{9BDC2FB5-BB99-4C1F-A2B9-DCE01506D394}">
      <dgm:prSet/>
      <dgm:spPr/>
      <dgm:t>
        <a:bodyPr/>
        <a:lstStyle/>
        <a:p>
          <a:endParaRPr lang="en-US"/>
        </a:p>
      </dgm:t>
    </dgm:pt>
    <dgm:pt modelId="{FE5F5248-A631-4702-83D4-D7EDFA91565E}" type="sibTrans" cxnId="{9BDC2FB5-BB99-4C1F-A2B9-DCE01506D394}">
      <dgm:prSet/>
      <dgm:spPr/>
      <dgm:t>
        <a:bodyPr/>
        <a:lstStyle/>
        <a:p>
          <a:endParaRPr lang="en-US"/>
        </a:p>
      </dgm:t>
    </dgm:pt>
    <dgm:pt modelId="{F9332CCF-3CDB-4688-9079-28035632E7A7}">
      <dgm:prSet/>
      <dgm:spPr/>
      <dgm:t>
        <a:bodyPr/>
        <a:lstStyle/>
        <a:p>
          <a:r>
            <a:rPr lang="en-US" b="0" i="0"/>
            <a:t>HSDPA – High Speed Downlink Packet access and HSUPA – High Speed Uplink Packet Access, developed and deployed to the 3G networks. </a:t>
          </a:r>
          <a:endParaRPr lang="en-US"/>
        </a:p>
      </dgm:t>
    </dgm:pt>
    <dgm:pt modelId="{18212015-1D5F-47C0-A734-2C2B008CF4ED}" type="parTrans" cxnId="{DD6B01AC-B50E-4B3B-B49D-E9EF0857B78E}">
      <dgm:prSet/>
      <dgm:spPr/>
      <dgm:t>
        <a:bodyPr/>
        <a:lstStyle/>
        <a:p>
          <a:endParaRPr lang="en-US"/>
        </a:p>
      </dgm:t>
    </dgm:pt>
    <dgm:pt modelId="{37264282-BEF5-46BF-9C93-627D2178A771}" type="sibTrans" cxnId="{DD6B01AC-B50E-4B3B-B49D-E9EF0857B78E}">
      <dgm:prSet/>
      <dgm:spPr/>
      <dgm:t>
        <a:bodyPr/>
        <a:lstStyle/>
        <a:p>
          <a:endParaRPr lang="en-US"/>
        </a:p>
      </dgm:t>
    </dgm:pt>
    <dgm:pt modelId="{FCBB05AB-26FD-4A16-B5C8-B58B1D39B9D5}">
      <dgm:prSet/>
      <dgm:spPr/>
      <dgm:t>
        <a:bodyPr/>
        <a:lstStyle/>
        <a:p>
          <a:r>
            <a:rPr lang="en-US" b="0" i="0"/>
            <a:t>3.5G network can support up to 2mbps data rate.</a:t>
          </a:r>
          <a:endParaRPr lang="en-US"/>
        </a:p>
      </dgm:t>
    </dgm:pt>
    <dgm:pt modelId="{E24B7CE5-D172-43A0-92ED-ADF0FCF544B8}" type="parTrans" cxnId="{B7D770E4-FBF3-4B2A-B397-FFE70347F30B}">
      <dgm:prSet/>
      <dgm:spPr/>
      <dgm:t>
        <a:bodyPr/>
        <a:lstStyle/>
        <a:p>
          <a:endParaRPr lang="en-US"/>
        </a:p>
      </dgm:t>
    </dgm:pt>
    <dgm:pt modelId="{2ED0A0E6-3DB4-4C9E-9AF8-B343390897A0}" type="sibTrans" cxnId="{B7D770E4-FBF3-4B2A-B397-FFE70347F30B}">
      <dgm:prSet/>
      <dgm:spPr/>
      <dgm:t>
        <a:bodyPr/>
        <a:lstStyle/>
        <a:p>
          <a:endParaRPr lang="en-US"/>
        </a:p>
      </dgm:t>
    </dgm:pt>
    <dgm:pt modelId="{F41F8370-03D6-40F2-A6CA-1EC2A77135A7}">
      <dgm:prSet/>
      <dgm:spPr/>
      <dgm:t>
        <a:bodyPr/>
        <a:lstStyle/>
        <a:p>
          <a:r>
            <a:rPr lang="en-US" b="0" i="0" dirty="0"/>
            <a:t>3.75 system is an improved version of 3G network with HSPA+ High Speed Packet Access plus. </a:t>
          </a:r>
          <a:endParaRPr lang="en-US" dirty="0"/>
        </a:p>
      </dgm:t>
    </dgm:pt>
    <dgm:pt modelId="{DB13356F-4425-46F0-955C-ABCA0DA5F1D8}" type="parTrans" cxnId="{F0ECE3E1-CB5F-4BA8-B3C1-A2705813CE72}">
      <dgm:prSet/>
      <dgm:spPr/>
      <dgm:t>
        <a:bodyPr/>
        <a:lstStyle/>
        <a:p>
          <a:endParaRPr lang="en-US"/>
        </a:p>
      </dgm:t>
    </dgm:pt>
    <dgm:pt modelId="{AE1AD061-C8A6-4661-BBB6-8E61F422C6F3}" type="sibTrans" cxnId="{F0ECE3E1-CB5F-4BA8-B3C1-A2705813CE72}">
      <dgm:prSet/>
      <dgm:spPr/>
      <dgm:t>
        <a:bodyPr/>
        <a:lstStyle/>
        <a:p>
          <a:endParaRPr lang="en-US"/>
        </a:p>
      </dgm:t>
    </dgm:pt>
    <dgm:pt modelId="{6B0C1021-07FA-49A3-BD69-49A1D8DD7FE6}">
      <dgm:prSet/>
      <dgm:spPr/>
      <dgm:t>
        <a:bodyPr/>
        <a:lstStyle/>
        <a:p>
          <a:r>
            <a:rPr lang="en-US" b="0" i="0" dirty="0"/>
            <a:t>Later this system will evolve into more powerful 3.9G system known as </a:t>
          </a:r>
          <a:r>
            <a:rPr lang="en-US" b="0" i="0" u="none" dirty="0">
              <a:solidFill>
                <a:schemeClr val="bg1"/>
              </a:solidFill>
            </a:rPr>
            <a:t>LTE</a:t>
          </a:r>
          <a:r>
            <a:rPr lang="en-US" b="0" i="0" dirty="0"/>
            <a:t> (Long Term Evolution).</a:t>
          </a:r>
          <a:endParaRPr lang="en-US" dirty="0"/>
        </a:p>
      </dgm:t>
    </dgm:pt>
    <dgm:pt modelId="{AF125EE2-0784-480B-A675-4DD18DA1151D}" type="parTrans" cxnId="{70CC72D1-09FF-40BB-9173-9DEAB45184F5}">
      <dgm:prSet/>
      <dgm:spPr/>
      <dgm:t>
        <a:bodyPr/>
        <a:lstStyle/>
        <a:p>
          <a:endParaRPr lang="en-US"/>
        </a:p>
      </dgm:t>
    </dgm:pt>
    <dgm:pt modelId="{E23017A6-0139-47A7-B26B-A3442A36CCE5}" type="sibTrans" cxnId="{70CC72D1-09FF-40BB-9173-9DEAB45184F5}">
      <dgm:prSet/>
      <dgm:spPr/>
      <dgm:t>
        <a:bodyPr/>
        <a:lstStyle/>
        <a:p>
          <a:endParaRPr lang="en-US"/>
        </a:p>
      </dgm:t>
    </dgm:pt>
    <dgm:pt modelId="{199E5EF2-A805-45BB-A9D5-A4721747C2F0}" type="pres">
      <dgm:prSet presAssocID="{D23718C1-3A45-4B74-AF6C-E35C5DACE06B}" presName="diagram" presStyleCnt="0">
        <dgm:presLayoutVars>
          <dgm:dir/>
          <dgm:resizeHandles val="exact"/>
        </dgm:presLayoutVars>
      </dgm:prSet>
      <dgm:spPr/>
    </dgm:pt>
    <dgm:pt modelId="{2D72BBDF-808B-47DA-AB6A-9C45B926B506}" type="pres">
      <dgm:prSet presAssocID="{EB9E10C4-15A1-4D56-BC88-71B758337652}" presName="node" presStyleLbl="node1" presStyleIdx="0" presStyleCnt="5">
        <dgm:presLayoutVars>
          <dgm:bulletEnabled val="1"/>
        </dgm:presLayoutVars>
      </dgm:prSet>
      <dgm:spPr/>
    </dgm:pt>
    <dgm:pt modelId="{1C079254-7C84-419F-B3EE-CD2B775FECE2}" type="pres">
      <dgm:prSet presAssocID="{FE5F5248-A631-4702-83D4-D7EDFA91565E}" presName="sibTrans" presStyleCnt="0"/>
      <dgm:spPr/>
    </dgm:pt>
    <dgm:pt modelId="{32A85A19-3035-4B7A-ADB1-B98DC1C42210}" type="pres">
      <dgm:prSet presAssocID="{F9332CCF-3CDB-4688-9079-28035632E7A7}" presName="node" presStyleLbl="node1" presStyleIdx="1" presStyleCnt="5">
        <dgm:presLayoutVars>
          <dgm:bulletEnabled val="1"/>
        </dgm:presLayoutVars>
      </dgm:prSet>
      <dgm:spPr/>
    </dgm:pt>
    <dgm:pt modelId="{7105DBF9-08F9-4457-AE13-847B4D465934}" type="pres">
      <dgm:prSet presAssocID="{37264282-BEF5-46BF-9C93-627D2178A771}" presName="sibTrans" presStyleCnt="0"/>
      <dgm:spPr/>
    </dgm:pt>
    <dgm:pt modelId="{2EBB305E-85CA-4809-9ECA-7BDB5E904A41}" type="pres">
      <dgm:prSet presAssocID="{FCBB05AB-26FD-4A16-B5C8-B58B1D39B9D5}" presName="node" presStyleLbl="node1" presStyleIdx="2" presStyleCnt="5">
        <dgm:presLayoutVars>
          <dgm:bulletEnabled val="1"/>
        </dgm:presLayoutVars>
      </dgm:prSet>
      <dgm:spPr/>
    </dgm:pt>
    <dgm:pt modelId="{CB8E6083-0F1F-4C67-892C-2C331509CC8A}" type="pres">
      <dgm:prSet presAssocID="{2ED0A0E6-3DB4-4C9E-9AF8-B343390897A0}" presName="sibTrans" presStyleCnt="0"/>
      <dgm:spPr/>
    </dgm:pt>
    <dgm:pt modelId="{EFB5A265-E474-405D-8B10-98D7AAFE7D89}" type="pres">
      <dgm:prSet presAssocID="{F41F8370-03D6-40F2-A6CA-1EC2A77135A7}" presName="node" presStyleLbl="node1" presStyleIdx="3" presStyleCnt="5">
        <dgm:presLayoutVars>
          <dgm:bulletEnabled val="1"/>
        </dgm:presLayoutVars>
      </dgm:prSet>
      <dgm:spPr/>
    </dgm:pt>
    <dgm:pt modelId="{425FA546-8E52-4F56-BC0C-887B1C318C15}" type="pres">
      <dgm:prSet presAssocID="{AE1AD061-C8A6-4661-BBB6-8E61F422C6F3}" presName="sibTrans" presStyleCnt="0"/>
      <dgm:spPr/>
    </dgm:pt>
    <dgm:pt modelId="{4AE2C598-9D4D-4F69-9FFB-7A98B7E9F33F}" type="pres">
      <dgm:prSet presAssocID="{6B0C1021-07FA-49A3-BD69-49A1D8DD7FE6}" presName="node" presStyleLbl="node1" presStyleIdx="4" presStyleCnt="5">
        <dgm:presLayoutVars>
          <dgm:bulletEnabled val="1"/>
        </dgm:presLayoutVars>
      </dgm:prSet>
      <dgm:spPr/>
    </dgm:pt>
  </dgm:ptLst>
  <dgm:cxnLst>
    <dgm:cxn modelId="{BA3FA239-0DD1-4B27-88A2-C5E679C54373}" type="presOf" srcId="{EB9E10C4-15A1-4D56-BC88-71B758337652}" destId="{2D72BBDF-808B-47DA-AB6A-9C45B926B506}" srcOrd="0" destOrd="0" presId="urn:microsoft.com/office/officeart/2005/8/layout/default"/>
    <dgm:cxn modelId="{9C6C426F-690A-4A0C-94D7-3F870BC687A3}" type="presOf" srcId="{6B0C1021-07FA-49A3-BD69-49A1D8DD7FE6}" destId="{4AE2C598-9D4D-4F69-9FFB-7A98B7E9F33F}" srcOrd="0" destOrd="0" presId="urn:microsoft.com/office/officeart/2005/8/layout/default"/>
    <dgm:cxn modelId="{CF16BB7D-16E2-41C1-948A-6E1B15AA702E}" type="presOf" srcId="{F9332CCF-3CDB-4688-9079-28035632E7A7}" destId="{32A85A19-3035-4B7A-ADB1-B98DC1C42210}" srcOrd="0" destOrd="0" presId="urn:microsoft.com/office/officeart/2005/8/layout/default"/>
    <dgm:cxn modelId="{DD6B01AC-B50E-4B3B-B49D-E9EF0857B78E}" srcId="{D23718C1-3A45-4B74-AF6C-E35C5DACE06B}" destId="{F9332CCF-3CDB-4688-9079-28035632E7A7}" srcOrd="1" destOrd="0" parTransId="{18212015-1D5F-47C0-A734-2C2B008CF4ED}" sibTransId="{37264282-BEF5-46BF-9C93-627D2178A771}"/>
    <dgm:cxn modelId="{9A72E3AF-B410-4245-B8EB-2EBB59040484}" type="presOf" srcId="{FCBB05AB-26FD-4A16-B5C8-B58B1D39B9D5}" destId="{2EBB305E-85CA-4809-9ECA-7BDB5E904A41}" srcOrd="0" destOrd="0" presId="urn:microsoft.com/office/officeart/2005/8/layout/default"/>
    <dgm:cxn modelId="{26E490B1-868C-43C9-AC9F-1C0DDEA5C959}" type="presOf" srcId="{D23718C1-3A45-4B74-AF6C-E35C5DACE06B}" destId="{199E5EF2-A805-45BB-A9D5-A4721747C2F0}" srcOrd="0" destOrd="0" presId="urn:microsoft.com/office/officeart/2005/8/layout/default"/>
    <dgm:cxn modelId="{9BDC2FB5-BB99-4C1F-A2B9-DCE01506D394}" srcId="{D23718C1-3A45-4B74-AF6C-E35C5DACE06B}" destId="{EB9E10C4-15A1-4D56-BC88-71B758337652}" srcOrd="0" destOrd="0" parTransId="{1886A18F-63E8-471B-A32E-317BD532CD2F}" sibTransId="{FE5F5248-A631-4702-83D4-D7EDFA91565E}"/>
    <dgm:cxn modelId="{A3D3B6C1-6407-4C3E-8CF2-2F891C58179A}" type="presOf" srcId="{F41F8370-03D6-40F2-A6CA-1EC2A77135A7}" destId="{EFB5A265-E474-405D-8B10-98D7AAFE7D89}" srcOrd="0" destOrd="0" presId="urn:microsoft.com/office/officeart/2005/8/layout/default"/>
    <dgm:cxn modelId="{70CC72D1-09FF-40BB-9173-9DEAB45184F5}" srcId="{D23718C1-3A45-4B74-AF6C-E35C5DACE06B}" destId="{6B0C1021-07FA-49A3-BD69-49A1D8DD7FE6}" srcOrd="4" destOrd="0" parTransId="{AF125EE2-0784-480B-A675-4DD18DA1151D}" sibTransId="{E23017A6-0139-47A7-B26B-A3442A36CCE5}"/>
    <dgm:cxn modelId="{F0ECE3E1-CB5F-4BA8-B3C1-A2705813CE72}" srcId="{D23718C1-3A45-4B74-AF6C-E35C5DACE06B}" destId="{F41F8370-03D6-40F2-A6CA-1EC2A77135A7}" srcOrd="3" destOrd="0" parTransId="{DB13356F-4425-46F0-955C-ABCA0DA5F1D8}" sibTransId="{AE1AD061-C8A6-4661-BBB6-8E61F422C6F3}"/>
    <dgm:cxn modelId="{B7D770E4-FBF3-4B2A-B397-FFE70347F30B}" srcId="{D23718C1-3A45-4B74-AF6C-E35C5DACE06B}" destId="{FCBB05AB-26FD-4A16-B5C8-B58B1D39B9D5}" srcOrd="2" destOrd="0" parTransId="{E24B7CE5-D172-43A0-92ED-ADF0FCF544B8}" sibTransId="{2ED0A0E6-3DB4-4C9E-9AF8-B343390897A0}"/>
    <dgm:cxn modelId="{78357A7A-9EB2-4803-B9D9-3B8AFF84E9B5}" type="presParOf" srcId="{199E5EF2-A805-45BB-A9D5-A4721747C2F0}" destId="{2D72BBDF-808B-47DA-AB6A-9C45B926B506}" srcOrd="0" destOrd="0" presId="urn:microsoft.com/office/officeart/2005/8/layout/default"/>
    <dgm:cxn modelId="{71126524-03A8-4E4E-9F0A-C34C0990B92D}" type="presParOf" srcId="{199E5EF2-A805-45BB-A9D5-A4721747C2F0}" destId="{1C079254-7C84-419F-B3EE-CD2B775FECE2}" srcOrd="1" destOrd="0" presId="urn:microsoft.com/office/officeart/2005/8/layout/default"/>
    <dgm:cxn modelId="{F2933AA6-F462-454E-88D1-8727EF096693}" type="presParOf" srcId="{199E5EF2-A805-45BB-A9D5-A4721747C2F0}" destId="{32A85A19-3035-4B7A-ADB1-B98DC1C42210}" srcOrd="2" destOrd="0" presId="urn:microsoft.com/office/officeart/2005/8/layout/default"/>
    <dgm:cxn modelId="{8776D890-0EC7-4943-BAD4-EEFEDF254D5D}" type="presParOf" srcId="{199E5EF2-A805-45BB-A9D5-A4721747C2F0}" destId="{7105DBF9-08F9-4457-AE13-847B4D465934}" srcOrd="3" destOrd="0" presId="urn:microsoft.com/office/officeart/2005/8/layout/default"/>
    <dgm:cxn modelId="{0A271410-7436-4CE4-80DF-58AC77F40F6A}" type="presParOf" srcId="{199E5EF2-A805-45BB-A9D5-A4721747C2F0}" destId="{2EBB305E-85CA-4809-9ECA-7BDB5E904A41}" srcOrd="4" destOrd="0" presId="urn:microsoft.com/office/officeart/2005/8/layout/default"/>
    <dgm:cxn modelId="{1B806568-D27B-44B3-9B9E-7FBF6E540C95}" type="presParOf" srcId="{199E5EF2-A805-45BB-A9D5-A4721747C2F0}" destId="{CB8E6083-0F1F-4C67-892C-2C331509CC8A}" srcOrd="5" destOrd="0" presId="urn:microsoft.com/office/officeart/2005/8/layout/default"/>
    <dgm:cxn modelId="{72D85FD4-0252-4C1B-93CA-F5D849C9D508}" type="presParOf" srcId="{199E5EF2-A805-45BB-A9D5-A4721747C2F0}" destId="{EFB5A265-E474-405D-8B10-98D7AAFE7D89}" srcOrd="6" destOrd="0" presId="urn:microsoft.com/office/officeart/2005/8/layout/default"/>
    <dgm:cxn modelId="{C53F0DED-38C2-400F-A579-948A8189BCEB}" type="presParOf" srcId="{199E5EF2-A805-45BB-A9D5-A4721747C2F0}" destId="{425FA546-8E52-4F56-BC0C-887B1C318C15}" srcOrd="7" destOrd="0" presId="urn:microsoft.com/office/officeart/2005/8/layout/default"/>
    <dgm:cxn modelId="{7FBCD487-9BA9-4E61-BE5C-A6B63FA120CB}" type="presParOf" srcId="{199E5EF2-A805-45BB-A9D5-A4721747C2F0}" destId="{4AE2C598-9D4D-4F69-9FFB-7A98B7E9F33F}"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5975EDC-2F8F-416F-B5D2-DF2F71F87050}"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C7B0177C-469E-4767-A439-69CE0AE704B8}">
      <dgm:prSet/>
      <dgm:spPr/>
      <dgm:t>
        <a:bodyPr/>
        <a:lstStyle/>
        <a:p>
          <a:pPr>
            <a:lnSpc>
              <a:spcPct val="100000"/>
            </a:lnSpc>
          </a:pPr>
          <a:r>
            <a:rPr lang="en-US" b="0" i="0"/>
            <a:t>Expensive spectrum licenses</a:t>
          </a:r>
          <a:endParaRPr lang="en-US"/>
        </a:p>
      </dgm:t>
    </dgm:pt>
    <dgm:pt modelId="{62905F3F-5A82-498F-AA6C-9BC1AA7C5983}" type="parTrans" cxnId="{9A7D0812-AEBE-43E0-9640-05E22A992386}">
      <dgm:prSet/>
      <dgm:spPr/>
      <dgm:t>
        <a:bodyPr/>
        <a:lstStyle/>
        <a:p>
          <a:endParaRPr lang="en-US"/>
        </a:p>
      </dgm:t>
    </dgm:pt>
    <dgm:pt modelId="{E93E8EE8-2EEB-495F-9ECF-E10ABB14C5D3}" type="sibTrans" cxnId="{9A7D0812-AEBE-43E0-9640-05E22A992386}">
      <dgm:prSet/>
      <dgm:spPr/>
      <dgm:t>
        <a:bodyPr/>
        <a:lstStyle/>
        <a:p>
          <a:endParaRPr lang="en-US"/>
        </a:p>
      </dgm:t>
    </dgm:pt>
    <dgm:pt modelId="{1B4C593E-1CE5-493C-9A20-38BD610E8A7A}">
      <dgm:prSet/>
      <dgm:spPr/>
      <dgm:t>
        <a:bodyPr/>
        <a:lstStyle/>
        <a:p>
          <a:pPr>
            <a:lnSpc>
              <a:spcPct val="100000"/>
            </a:lnSpc>
          </a:pPr>
          <a:r>
            <a:rPr lang="en-US" b="0" i="0"/>
            <a:t>Costly infrastructure, equipment and implementation</a:t>
          </a:r>
          <a:endParaRPr lang="en-US"/>
        </a:p>
      </dgm:t>
    </dgm:pt>
    <dgm:pt modelId="{E8E4B677-681A-43CE-B40B-1D4A30013475}" type="parTrans" cxnId="{10A02B08-EFE6-4B38-AEE8-6B07E247027A}">
      <dgm:prSet/>
      <dgm:spPr/>
      <dgm:t>
        <a:bodyPr/>
        <a:lstStyle/>
        <a:p>
          <a:endParaRPr lang="en-US"/>
        </a:p>
      </dgm:t>
    </dgm:pt>
    <dgm:pt modelId="{D0C25DBD-16F8-4F66-BED6-92CEDCD324CE}" type="sibTrans" cxnId="{10A02B08-EFE6-4B38-AEE8-6B07E247027A}">
      <dgm:prSet/>
      <dgm:spPr/>
      <dgm:t>
        <a:bodyPr/>
        <a:lstStyle/>
        <a:p>
          <a:endParaRPr lang="en-US"/>
        </a:p>
      </dgm:t>
    </dgm:pt>
    <dgm:pt modelId="{20D01AE8-4454-43CD-BEAE-991F9D3D74A5}">
      <dgm:prSet/>
      <dgm:spPr/>
      <dgm:t>
        <a:bodyPr/>
        <a:lstStyle/>
        <a:p>
          <a:pPr>
            <a:lnSpc>
              <a:spcPct val="100000"/>
            </a:lnSpc>
          </a:pPr>
          <a:r>
            <a:rPr lang="en-US" b="0" i="0"/>
            <a:t>Higher bandwidth requirements to support higher data rate</a:t>
          </a:r>
          <a:endParaRPr lang="en-US"/>
        </a:p>
      </dgm:t>
    </dgm:pt>
    <dgm:pt modelId="{9593AAE0-9D8A-4B11-9612-E9200F4FD777}" type="parTrans" cxnId="{9DABFAFC-9686-4D70-AE15-86392950CD46}">
      <dgm:prSet/>
      <dgm:spPr/>
      <dgm:t>
        <a:bodyPr/>
        <a:lstStyle/>
        <a:p>
          <a:endParaRPr lang="en-US"/>
        </a:p>
      </dgm:t>
    </dgm:pt>
    <dgm:pt modelId="{8129BFF1-E88B-4B14-8679-FAA1DC42583C}" type="sibTrans" cxnId="{9DABFAFC-9686-4D70-AE15-86392950CD46}">
      <dgm:prSet/>
      <dgm:spPr/>
      <dgm:t>
        <a:bodyPr/>
        <a:lstStyle/>
        <a:p>
          <a:endParaRPr lang="en-US"/>
        </a:p>
      </dgm:t>
    </dgm:pt>
    <dgm:pt modelId="{3ADA08CA-8341-46D5-8982-35B31B4A8AE6}">
      <dgm:prSet/>
      <dgm:spPr/>
      <dgm:t>
        <a:bodyPr/>
        <a:lstStyle/>
        <a:p>
          <a:pPr>
            <a:lnSpc>
              <a:spcPct val="100000"/>
            </a:lnSpc>
          </a:pPr>
          <a:r>
            <a:rPr lang="en-US" b="0" i="0"/>
            <a:t>Costly mobile devices</a:t>
          </a:r>
          <a:endParaRPr lang="en-US"/>
        </a:p>
      </dgm:t>
    </dgm:pt>
    <dgm:pt modelId="{1EE706F2-D7BA-4D0B-91EA-C5EA9A349FC3}" type="parTrans" cxnId="{52CAB81D-35C3-4F90-AE1D-1A8E8746B399}">
      <dgm:prSet/>
      <dgm:spPr/>
      <dgm:t>
        <a:bodyPr/>
        <a:lstStyle/>
        <a:p>
          <a:endParaRPr lang="en-US"/>
        </a:p>
      </dgm:t>
    </dgm:pt>
    <dgm:pt modelId="{8DA0C599-FD64-495C-9E4A-88F148205691}" type="sibTrans" cxnId="{52CAB81D-35C3-4F90-AE1D-1A8E8746B399}">
      <dgm:prSet/>
      <dgm:spPr/>
      <dgm:t>
        <a:bodyPr/>
        <a:lstStyle/>
        <a:p>
          <a:endParaRPr lang="en-US"/>
        </a:p>
      </dgm:t>
    </dgm:pt>
    <dgm:pt modelId="{CE5791BA-00DE-473B-8883-A07EFA21C5FE}">
      <dgm:prSet/>
      <dgm:spPr/>
      <dgm:t>
        <a:bodyPr/>
        <a:lstStyle/>
        <a:p>
          <a:pPr>
            <a:lnSpc>
              <a:spcPct val="100000"/>
            </a:lnSpc>
          </a:pPr>
          <a:r>
            <a:rPr lang="en-US" b="0" i="0"/>
            <a:t>Compatibility with older generation 2G system and frequency bands</a:t>
          </a:r>
          <a:endParaRPr lang="en-US"/>
        </a:p>
      </dgm:t>
    </dgm:pt>
    <dgm:pt modelId="{3C543E6E-F707-4ED8-933A-C3A29C2503FA}" type="parTrans" cxnId="{6FE5AC09-9779-4882-B1BD-4F27C3F57648}">
      <dgm:prSet/>
      <dgm:spPr/>
      <dgm:t>
        <a:bodyPr/>
        <a:lstStyle/>
        <a:p>
          <a:endParaRPr lang="en-US"/>
        </a:p>
      </dgm:t>
    </dgm:pt>
    <dgm:pt modelId="{95110EDD-A21C-422A-A4B8-46A3BB3FF909}" type="sibTrans" cxnId="{6FE5AC09-9779-4882-B1BD-4F27C3F57648}">
      <dgm:prSet/>
      <dgm:spPr/>
      <dgm:t>
        <a:bodyPr/>
        <a:lstStyle/>
        <a:p>
          <a:endParaRPr lang="en-US"/>
        </a:p>
      </dgm:t>
    </dgm:pt>
    <dgm:pt modelId="{3BFA7FEA-BAD7-4F7C-8B10-CA3FFB6D8E95}" type="pres">
      <dgm:prSet presAssocID="{65975EDC-2F8F-416F-B5D2-DF2F71F87050}" presName="root" presStyleCnt="0">
        <dgm:presLayoutVars>
          <dgm:dir/>
          <dgm:resizeHandles val="exact"/>
        </dgm:presLayoutVars>
      </dgm:prSet>
      <dgm:spPr/>
    </dgm:pt>
    <dgm:pt modelId="{346A48C1-38C3-419E-AD62-2E548E14058F}" type="pres">
      <dgm:prSet presAssocID="{C7B0177C-469E-4767-A439-69CE0AE704B8}" presName="compNode" presStyleCnt="0"/>
      <dgm:spPr/>
    </dgm:pt>
    <dgm:pt modelId="{D5919D65-2071-4EEC-8244-8148779905B0}" type="pres">
      <dgm:prSet presAssocID="{C7B0177C-469E-4767-A439-69CE0AE704B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ara"/>
        </a:ext>
      </dgm:extLst>
    </dgm:pt>
    <dgm:pt modelId="{6020DFB3-C0CD-4159-AD53-7CC1261D5D04}" type="pres">
      <dgm:prSet presAssocID="{C7B0177C-469E-4767-A439-69CE0AE704B8}" presName="spaceRect" presStyleCnt="0"/>
      <dgm:spPr/>
    </dgm:pt>
    <dgm:pt modelId="{20805FB1-5372-4D70-A2E0-62A17F27EDE6}" type="pres">
      <dgm:prSet presAssocID="{C7B0177C-469E-4767-A439-69CE0AE704B8}" presName="textRect" presStyleLbl="revTx" presStyleIdx="0" presStyleCnt="5">
        <dgm:presLayoutVars>
          <dgm:chMax val="1"/>
          <dgm:chPref val="1"/>
        </dgm:presLayoutVars>
      </dgm:prSet>
      <dgm:spPr/>
    </dgm:pt>
    <dgm:pt modelId="{C12195D0-FE8F-433D-85B1-AF80A05E4F2A}" type="pres">
      <dgm:prSet presAssocID="{E93E8EE8-2EEB-495F-9ECF-E10ABB14C5D3}" presName="sibTrans" presStyleCnt="0"/>
      <dgm:spPr/>
    </dgm:pt>
    <dgm:pt modelId="{42A51E75-38B2-4113-95BF-B6B30B06F017}" type="pres">
      <dgm:prSet presAssocID="{1B4C593E-1CE5-493C-9A20-38BD610E8A7A}" presName="compNode" presStyleCnt="0"/>
      <dgm:spPr/>
    </dgm:pt>
    <dgm:pt modelId="{611F0E6D-6754-41ED-94F0-8C7DCD083A40}" type="pres">
      <dgm:prSet presAssocID="{1B4C593E-1CE5-493C-9A20-38BD610E8A7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deni paralar"/>
        </a:ext>
      </dgm:extLst>
    </dgm:pt>
    <dgm:pt modelId="{8252F682-50C0-4CCE-B9AF-9BC802388D8F}" type="pres">
      <dgm:prSet presAssocID="{1B4C593E-1CE5-493C-9A20-38BD610E8A7A}" presName="spaceRect" presStyleCnt="0"/>
      <dgm:spPr/>
    </dgm:pt>
    <dgm:pt modelId="{99A3347A-C8D7-4F58-BA2F-4AE2B3E8F67C}" type="pres">
      <dgm:prSet presAssocID="{1B4C593E-1CE5-493C-9A20-38BD610E8A7A}" presName="textRect" presStyleLbl="revTx" presStyleIdx="1" presStyleCnt="5">
        <dgm:presLayoutVars>
          <dgm:chMax val="1"/>
          <dgm:chPref val="1"/>
        </dgm:presLayoutVars>
      </dgm:prSet>
      <dgm:spPr/>
    </dgm:pt>
    <dgm:pt modelId="{AFC34EA0-9C8A-4DFC-97AF-282AF4210FA3}" type="pres">
      <dgm:prSet presAssocID="{D0C25DBD-16F8-4F66-BED6-92CEDCD324CE}" presName="sibTrans" presStyleCnt="0"/>
      <dgm:spPr/>
    </dgm:pt>
    <dgm:pt modelId="{AA69697D-1806-4C03-A5EE-B636C9B24ADA}" type="pres">
      <dgm:prSet presAssocID="{20D01AE8-4454-43CD-BEAE-991F9D3D74A5}" presName="compNode" presStyleCnt="0"/>
      <dgm:spPr/>
    </dgm:pt>
    <dgm:pt modelId="{FE139714-01EF-4B68-974F-04B69ACA614E}" type="pres">
      <dgm:prSet presAssocID="{20D01AE8-4454-43CD-BEAE-991F9D3D74A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österge"/>
        </a:ext>
      </dgm:extLst>
    </dgm:pt>
    <dgm:pt modelId="{93B47963-D116-4D09-AFD4-C5AD71FB6C01}" type="pres">
      <dgm:prSet presAssocID="{20D01AE8-4454-43CD-BEAE-991F9D3D74A5}" presName="spaceRect" presStyleCnt="0"/>
      <dgm:spPr/>
    </dgm:pt>
    <dgm:pt modelId="{C2C9CE72-1706-477D-B8CD-5A7BF7ED8616}" type="pres">
      <dgm:prSet presAssocID="{20D01AE8-4454-43CD-BEAE-991F9D3D74A5}" presName="textRect" presStyleLbl="revTx" presStyleIdx="2" presStyleCnt="5">
        <dgm:presLayoutVars>
          <dgm:chMax val="1"/>
          <dgm:chPref val="1"/>
        </dgm:presLayoutVars>
      </dgm:prSet>
      <dgm:spPr/>
    </dgm:pt>
    <dgm:pt modelId="{3B4A7BDE-5CEE-49F9-854F-0D11BEB9D4F0}" type="pres">
      <dgm:prSet presAssocID="{8129BFF1-E88B-4B14-8679-FAA1DC42583C}" presName="sibTrans" presStyleCnt="0"/>
      <dgm:spPr/>
    </dgm:pt>
    <dgm:pt modelId="{0FFC140B-FA63-4875-8F4C-63EBDF144631}" type="pres">
      <dgm:prSet presAssocID="{3ADA08CA-8341-46D5-8982-35B31B4A8AE6}" presName="compNode" presStyleCnt="0"/>
      <dgm:spPr/>
    </dgm:pt>
    <dgm:pt modelId="{9A7BA8D0-F1FE-49CC-8B7B-7144619155D6}" type="pres">
      <dgm:prSet presAssocID="{3ADA08CA-8341-46D5-8982-35B31B4A8AE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mart Phone"/>
        </a:ext>
      </dgm:extLst>
    </dgm:pt>
    <dgm:pt modelId="{315DE4E9-20F1-452C-8CAB-61DAA35C5DA2}" type="pres">
      <dgm:prSet presAssocID="{3ADA08CA-8341-46D5-8982-35B31B4A8AE6}" presName="spaceRect" presStyleCnt="0"/>
      <dgm:spPr/>
    </dgm:pt>
    <dgm:pt modelId="{B6F7F59A-27DF-42C4-98FC-3D433B63C48C}" type="pres">
      <dgm:prSet presAssocID="{3ADA08CA-8341-46D5-8982-35B31B4A8AE6}" presName="textRect" presStyleLbl="revTx" presStyleIdx="3" presStyleCnt="5">
        <dgm:presLayoutVars>
          <dgm:chMax val="1"/>
          <dgm:chPref val="1"/>
        </dgm:presLayoutVars>
      </dgm:prSet>
      <dgm:spPr/>
    </dgm:pt>
    <dgm:pt modelId="{3849E8FD-1FB6-4713-997B-E80DCD17F59B}" type="pres">
      <dgm:prSet presAssocID="{8DA0C599-FD64-495C-9E4A-88F148205691}" presName="sibTrans" presStyleCnt="0"/>
      <dgm:spPr/>
    </dgm:pt>
    <dgm:pt modelId="{8A2B0D77-3A8D-44B1-91ED-E85766673387}" type="pres">
      <dgm:prSet presAssocID="{CE5791BA-00DE-473B-8883-A07EFA21C5FE}" presName="compNode" presStyleCnt="0"/>
      <dgm:spPr/>
    </dgm:pt>
    <dgm:pt modelId="{228ADC20-3A3B-4710-9D02-E8AF5D068E29}" type="pres">
      <dgm:prSet presAssocID="{CE5791BA-00DE-473B-8883-A07EFA21C5F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Onay işareti"/>
        </a:ext>
      </dgm:extLst>
    </dgm:pt>
    <dgm:pt modelId="{79527C30-5AB6-4662-A7AF-52553A4580A9}" type="pres">
      <dgm:prSet presAssocID="{CE5791BA-00DE-473B-8883-A07EFA21C5FE}" presName="spaceRect" presStyleCnt="0"/>
      <dgm:spPr/>
    </dgm:pt>
    <dgm:pt modelId="{80A4FC67-10E7-4845-8460-05539BBFBF86}" type="pres">
      <dgm:prSet presAssocID="{CE5791BA-00DE-473B-8883-A07EFA21C5FE}" presName="textRect" presStyleLbl="revTx" presStyleIdx="4" presStyleCnt="5">
        <dgm:presLayoutVars>
          <dgm:chMax val="1"/>
          <dgm:chPref val="1"/>
        </dgm:presLayoutVars>
      </dgm:prSet>
      <dgm:spPr/>
    </dgm:pt>
  </dgm:ptLst>
  <dgm:cxnLst>
    <dgm:cxn modelId="{10A02B08-EFE6-4B38-AEE8-6B07E247027A}" srcId="{65975EDC-2F8F-416F-B5D2-DF2F71F87050}" destId="{1B4C593E-1CE5-493C-9A20-38BD610E8A7A}" srcOrd="1" destOrd="0" parTransId="{E8E4B677-681A-43CE-B40B-1D4A30013475}" sibTransId="{D0C25DBD-16F8-4F66-BED6-92CEDCD324CE}"/>
    <dgm:cxn modelId="{6FE5AC09-9779-4882-B1BD-4F27C3F57648}" srcId="{65975EDC-2F8F-416F-B5D2-DF2F71F87050}" destId="{CE5791BA-00DE-473B-8883-A07EFA21C5FE}" srcOrd="4" destOrd="0" parTransId="{3C543E6E-F707-4ED8-933A-C3A29C2503FA}" sibTransId="{95110EDD-A21C-422A-A4B8-46A3BB3FF909}"/>
    <dgm:cxn modelId="{CCD68A0A-08A4-40BC-A176-1C137EE81694}" type="presOf" srcId="{65975EDC-2F8F-416F-B5D2-DF2F71F87050}" destId="{3BFA7FEA-BAD7-4F7C-8B10-CA3FFB6D8E95}" srcOrd="0" destOrd="0" presId="urn:microsoft.com/office/officeart/2018/2/layout/IconLabelList"/>
    <dgm:cxn modelId="{9A7D0812-AEBE-43E0-9640-05E22A992386}" srcId="{65975EDC-2F8F-416F-B5D2-DF2F71F87050}" destId="{C7B0177C-469E-4767-A439-69CE0AE704B8}" srcOrd="0" destOrd="0" parTransId="{62905F3F-5A82-498F-AA6C-9BC1AA7C5983}" sibTransId="{E93E8EE8-2EEB-495F-9ECF-E10ABB14C5D3}"/>
    <dgm:cxn modelId="{52CAB81D-35C3-4F90-AE1D-1A8E8746B399}" srcId="{65975EDC-2F8F-416F-B5D2-DF2F71F87050}" destId="{3ADA08CA-8341-46D5-8982-35B31B4A8AE6}" srcOrd="3" destOrd="0" parTransId="{1EE706F2-D7BA-4D0B-91EA-C5EA9A349FC3}" sibTransId="{8DA0C599-FD64-495C-9E4A-88F148205691}"/>
    <dgm:cxn modelId="{F31A044A-BAF8-43EB-853C-27826A2997E2}" type="presOf" srcId="{CE5791BA-00DE-473B-8883-A07EFA21C5FE}" destId="{80A4FC67-10E7-4845-8460-05539BBFBF86}" srcOrd="0" destOrd="0" presId="urn:microsoft.com/office/officeart/2018/2/layout/IconLabelList"/>
    <dgm:cxn modelId="{FCD2404D-0742-4C7F-9B1C-195B658D9CAE}" type="presOf" srcId="{C7B0177C-469E-4767-A439-69CE0AE704B8}" destId="{20805FB1-5372-4D70-A2E0-62A17F27EDE6}" srcOrd="0" destOrd="0" presId="urn:microsoft.com/office/officeart/2018/2/layout/IconLabelList"/>
    <dgm:cxn modelId="{0BC89CB6-C0D6-45AA-9A62-01E5DA830E23}" type="presOf" srcId="{3ADA08CA-8341-46D5-8982-35B31B4A8AE6}" destId="{B6F7F59A-27DF-42C4-98FC-3D433B63C48C}" srcOrd="0" destOrd="0" presId="urn:microsoft.com/office/officeart/2018/2/layout/IconLabelList"/>
    <dgm:cxn modelId="{9D8246D0-61A2-4778-83A2-6CEA3797E8AE}" type="presOf" srcId="{1B4C593E-1CE5-493C-9A20-38BD610E8A7A}" destId="{99A3347A-C8D7-4F58-BA2F-4AE2B3E8F67C}" srcOrd="0" destOrd="0" presId="urn:microsoft.com/office/officeart/2018/2/layout/IconLabelList"/>
    <dgm:cxn modelId="{85D253FA-A2A4-487D-B559-BD0DA18289E9}" type="presOf" srcId="{20D01AE8-4454-43CD-BEAE-991F9D3D74A5}" destId="{C2C9CE72-1706-477D-B8CD-5A7BF7ED8616}" srcOrd="0" destOrd="0" presId="urn:microsoft.com/office/officeart/2018/2/layout/IconLabelList"/>
    <dgm:cxn modelId="{9DABFAFC-9686-4D70-AE15-86392950CD46}" srcId="{65975EDC-2F8F-416F-B5D2-DF2F71F87050}" destId="{20D01AE8-4454-43CD-BEAE-991F9D3D74A5}" srcOrd="2" destOrd="0" parTransId="{9593AAE0-9D8A-4B11-9612-E9200F4FD777}" sibTransId="{8129BFF1-E88B-4B14-8679-FAA1DC42583C}"/>
    <dgm:cxn modelId="{4FC9B417-062B-4BF6-BCE4-6A97BFCF9FFA}" type="presParOf" srcId="{3BFA7FEA-BAD7-4F7C-8B10-CA3FFB6D8E95}" destId="{346A48C1-38C3-419E-AD62-2E548E14058F}" srcOrd="0" destOrd="0" presId="urn:microsoft.com/office/officeart/2018/2/layout/IconLabelList"/>
    <dgm:cxn modelId="{2DFF8A81-6C64-49AC-AF4A-B72A72CD7A40}" type="presParOf" srcId="{346A48C1-38C3-419E-AD62-2E548E14058F}" destId="{D5919D65-2071-4EEC-8244-8148779905B0}" srcOrd="0" destOrd="0" presId="urn:microsoft.com/office/officeart/2018/2/layout/IconLabelList"/>
    <dgm:cxn modelId="{91A0B289-F6E9-45E4-A9FF-C89B62B45433}" type="presParOf" srcId="{346A48C1-38C3-419E-AD62-2E548E14058F}" destId="{6020DFB3-C0CD-4159-AD53-7CC1261D5D04}" srcOrd="1" destOrd="0" presId="urn:microsoft.com/office/officeart/2018/2/layout/IconLabelList"/>
    <dgm:cxn modelId="{30B753F8-0387-4FC4-BE02-5241E7C850F4}" type="presParOf" srcId="{346A48C1-38C3-419E-AD62-2E548E14058F}" destId="{20805FB1-5372-4D70-A2E0-62A17F27EDE6}" srcOrd="2" destOrd="0" presId="urn:microsoft.com/office/officeart/2018/2/layout/IconLabelList"/>
    <dgm:cxn modelId="{0A41F117-BBCB-48C5-A4CD-29FB9C84FEBA}" type="presParOf" srcId="{3BFA7FEA-BAD7-4F7C-8B10-CA3FFB6D8E95}" destId="{C12195D0-FE8F-433D-85B1-AF80A05E4F2A}" srcOrd="1" destOrd="0" presId="urn:microsoft.com/office/officeart/2018/2/layout/IconLabelList"/>
    <dgm:cxn modelId="{35CB3ACB-BD22-4723-AB09-FF791DEC3956}" type="presParOf" srcId="{3BFA7FEA-BAD7-4F7C-8B10-CA3FFB6D8E95}" destId="{42A51E75-38B2-4113-95BF-B6B30B06F017}" srcOrd="2" destOrd="0" presId="urn:microsoft.com/office/officeart/2018/2/layout/IconLabelList"/>
    <dgm:cxn modelId="{4353263C-42E0-4A64-AA84-2FB2CEA78B1A}" type="presParOf" srcId="{42A51E75-38B2-4113-95BF-B6B30B06F017}" destId="{611F0E6D-6754-41ED-94F0-8C7DCD083A40}" srcOrd="0" destOrd="0" presId="urn:microsoft.com/office/officeart/2018/2/layout/IconLabelList"/>
    <dgm:cxn modelId="{02383D5E-675A-4D5C-9957-555767C4B668}" type="presParOf" srcId="{42A51E75-38B2-4113-95BF-B6B30B06F017}" destId="{8252F682-50C0-4CCE-B9AF-9BC802388D8F}" srcOrd="1" destOrd="0" presId="urn:microsoft.com/office/officeart/2018/2/layout/IconLabelList"/>
    <dgm:cxn modelId="{612BEF26-466F-4E40-BD38-440E3DD88524}" type="presParOf" srcId="{42A51E75-38B2-4113-95BF-B6B30B06F017}" destId="{99A3347A-C8D7-4F58-BA2F-4AE2B3E8F67C}" srcOrd="2" destOrd="0" presId="urn:microsoft.com/office/officeart/2018/2/layout/IconLabelList"/>
    <dgm:cxn modelId="{9BA37D52-3AE8-4AC7-AA0D-2EFADD483713}" type="presParOf" srcId="{3BFA7FEA-BAD7-4F7C-8B10-CA3FFB6D8E95}" destId="{AFC34EA0-9C8A-4DFC-97AF-282AF4210FA3}" srcOrd="3" destOrd="0" presId="urn:microsoft.com/office/officeart/2018/2/layout/IconLabelList"/>
    <dgm:cxn modelId="{D2D26B68-868B-45D3-8805-9D44FC9A92C7}" type="presParOf" srcId="{3BFA7FEA-BAD7-4F7C-8B10-CA3FFB6D8E95}" destId="{AA69697D-1806-4C03-A5EE-B636C9B24ADA}" srcOrd="4" destOrd="0" presId="urn:microsoft.com/office/officeart/2018/2/layout/IconLabelList"/>
    <dgm:cxn modelId="{ACCAD56C-C1F8-4B8D-9A46-D2F94683BAB5}" type="presParOf" srcId="{AA69697D-1806-4C03-A5EE-B636C9B24ADA}" destId="{FE139714-01EF-4B68-974F-04B69ACA614E}" srcOrd="0" destOrd="0" presId="urn:microsoft.com/office/officeart/2018/2/layout/IconLabelList"/>
    <dgm:cxn modelId="{637B4841-6620-422A-9577-69F88947D7CB}" type="presParOf" srcId="{AA69697D-1806-4C03-A5EE-B636C9B24ADA}" destId="{93B47963-D116-4D09-AFD4-C5AD71FB6C01}" srcOrd="1" destOrd="0" presId="urn:microsoft.com/office/officeart/2018/2/layout/IconLabelList"/>
    <dgm:cxn modelId="{B85CAC65-A61C-4E2B-825C-5EABA710C272}" type="presParOf" srcId="{AA69697D-1806-4C03-A5EE-B636C9B24ADA}" destId="{C2C9CE72-1706-477D-B8CD-5A7BF7ED8616}" srcOrd="2" destOrd="0" presId="urn:microsoft.com/office/officeart/2018/2/layout/IconLabelList"/>
    <dgm:cxn modelId="{3C52B9B6-6948-41D2-8C20-38E771A27BF5}" type="presParOf" srcId="{3BFA7FEA-BAD7-4F7C-8B10-CA3FFB6D8E95}" destId="{3B4A7BDE-5CEE-49F9-854F-0D11BEB9D4F0}" srcOrd="5" destOrd="0" presId="urn:microsoft.com/office/officeart/2018/2/layout/IconLabelList"/>
    <dgm:cxn modelId="{496D736C-BB24-4C51-8D7D-0E73048D74A5}" type="presParOf" srcId="{3BFA7FEA-BAD7-4F7C-8B10-CA3FFB6D8E95}" destId="{0FFC140B-FA63-4875-8F4C-63EBDF144631}" srcOrd="6" destOrd="0" presId="urn:microsoft.com/office/officeart/2018/2/layout/IconLabelList"/>
    <dgm:cxn modelId="{C95D8C85-34AB-4DCA-B370-A28B942FCBC8}" type="presParOf" srcId="{0FFC140B-FA63-4875-8F4C-63EBDF144631}" destId="{9A7BA8D0-F1FE-49CC-8B7B-7144619155D6}" srcOrd="0" destOrd="0" presId="urn:microsoft.com/office/officeart/2018/2/layout/IconLabelList"/>
    <dgm:cxn modelId="{4C285472-E354-469B-9708-FEDCCE0C86F8}" type="presParOf" srcId="{0FFC140B-FA63-4875-8F4C-63EBDF144631}" destId="{315DE4E9-20F1-452C-8CAB-61DAA35C5DA2}" srcOrd="1" destOrd="0" presId="urn:microsoft.com/office/officeart/2018/2/layout/IconLabelList"/>
    <dgm:cxn modelId="{71E7ED8A-EACF-49E4-922C-3CD00A01F2A8}" type="presParOf" srcId="{0FFC140B-FA63-4875-8F4C-63EBDF144631}" destId="{B6F7F59A-27DF-42C4-98FC-3D433B63C48C}" srcOrd="2" destOrd="0" presId="urn:microsoft.com/office/officeart/2018/2/layout/IconLabelList"/>
    <dgm:cxn modelId="{71931A28-0D4F-4D90-BF11-EE126FE19871}" type="presParOf" srcId="{3BFA7FEA-BAD7-4F7C-8B10-CA3FFB6D8E95}" destId="{3849E8FD-1FB6-4713-997B-E80DCD17F59B}" srcOrd="7" destOrd="0" presId="urn:microsoft.com/office/officeart/2018/2/layout/IconLabelList"/>
    <dgm:cxn modelId="{07EB7D2D-3304-4B28-BF85-E3595DA93151}" type="presParOf" srcId="{3BFA7FEA-BAD7-4F7C-8B10-CA3FFB6D8E95}" destId="{8A2B0D77-3A8D-44B1-91ED-E85766673387}" srcOrd="8" destOrd="0" presId="urn:microsoft.com/office/officeart/2018/2/layout/IconLabelList"/>
    <dgm:cxn modelId="{7A028401-BF2F-4BCE-8521-E88368401D03}" type="presParOf" srcId="{8A2B0D77-3A8D-44B1-91ED-E85766673387}" destId="{228ADC20-3A3B-4710-9D02-E8AF5D068E29}" srcOrd="0" destOrd="0" presId="urn:microsoft.com/office/officeart/2018/2/layout/IconLabelList"/>
    <dgm:cxn modelId="{50CCFAFD-FC43-48E0-A79C-447D79481B07}" type="presParOf" srcId="{8A2B0D77-3A8D-44B1-91ED-E85766673387}" destId="{79527C30-5AB6-4662-A7AF-52553A4580A9}" srcOrd="1" destOrd="0" presId="urn:microsoft.com/office/officeart/2018/2/layout/IconLabelList"/>
    <dgm:cxn modelId="{A4622469-D46C-4850-8782-BC15AB329655}" type="presParOf" srcId="{8A2B0D77-3A8D-44B1-91ED-E85766673387}" destId="{80A4FC67-10E7-4845-8460-05539BBFBF8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DDB7DFA-35F0-45FC-B639-12370BD17B7F}"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D7AA81A-1F4E-41DE-BCE0-265A46AF719A}">
      <dgm:prSet/>
      <dgm:spPr/>
      <dgm:t>
        <a:bodyPr/>
        <a:lstStyle/>
        <a:p>
          <a:r>
            <a:rPr lang="en-US" b="0" i="0"/>
            <a:t>4G systems are enhanced version of 3G networks developed by IEEE, offers higher data rate and capable to handle more advanced multimedia services. </a:t>
          </a:r>
          <a:endParaRPr lang="en-US"/>
        </a:p>
      </dgm:t>
    </dgm:pt>
    <dgm:pt modelId="{EDACA48D-8B12-4428-8F1F-A545FCF13E81}" type="parTrans" cxnId="{875EDD9A-090E-4952-87F9-FDA904D2152B}">
      <dgm:prSet/>
      <dgm:spPr/>
      <dgm:t>
        <a:bodyPr/>
        <a:lstStyle/>
        <a:p>
          <a:endParaRPr lang="en-US"/>
        </a:p>
      </dgm:t>
    </dgm:pt>
    <dgm:pt modelId="{A59B7EBB-09EB-434D-84B1-90A93EA756B8}" type="sibTrans" cxnId="{875EDD9A-090E-4952-87F9-FDA904D2152B}">
      <dgm:prSet/>
      <dgm:spPr/>
      <dgm:t>
        <a:bodyPr/>
        <a:lstStyle/>
        <a:p>
          <a:endParaRPr lang="en-US"/>
        </a:p>
      </dgm:t>
    </dgm:pt>
    <dgm:pt modelId="{128E1939-A1A5-4392-A377-1F6229104E02}">
      <dgm:prSet/>
      <dgm:spPr/>
      <dgm:t>
        <a:bodyPr/>
        <a:lstStyle/>
        <a:p>
          <a:r>
            <a:rPr lang="en-US" b="0" i="0"/>
            <a:t>LTE and LTE advanced wireless technology used in 4th generation systems. </a:t>
          </a:r>
          <a:endParaRPr lang="en-US"/>
        </a:p>
      </dgm:t>
    </dgm:pt>
    <dgm:pt modelId="{6D785222-20B2-4B40-95FA-0F740DFE3268}" type="parTrans" cxnId="{2EF592AA-2B58-4F96-B540-B0300C7D420D}">
      <dgm:prSet/>
      <dgm:spPr/>
      <dgm:t>
        <a:bodyPr/>
        <a:lstStyle/>
        <a:p>
          <a:endParaRPr lang="en-US"/>
        </a:p>
      </dgm:t>
    </dgm:pt>
    <dgm:pt modelId="{A0052297-EEB9-4C96-A417-2B317F9BB21F}" type="sibTrans" cxnId="{2EF592AA-2B58-4F96-B540-B0300C7D420D}">
      <dgm:prSet/>
      <dgm:spPr/>
      <dgm:t>
        <a:bodyPr/>
        <a:lstStyle/>
        <a:p>
          <a:endParaRPr lang="en-US"/>
        </a:p>
      </dgm:t>
    </dgm:pt>
    <dgm:pt modelId="{FFF37A87-76B5-4347-B6DA-38D698082BB0}">
      <dgm:prSet/>
      <dgm:spPr/>
      <dgm:t>
        <a:bodyPr/>
        <a:lstStyle/>
        <a:p>
          <a:r>
            <a:rPr lang="en-US" b="0" i="0"/>
            <a:t>Furthermore, it has compatibility with previous version thus easier deployment and upgrade of LTE and LTE advanced networks are possible.</a:t>
          </a:r>
          <a:endParaRPr lang="en-US"/>
        </a:p>
      </dgm:t>
    </dgm:pt>
    <dgm:pt modelId="{E7384A02-A3E3-40FB-8063-2144A728E75D}" type="parTrans" cxnId="{6F890F98-3CC5-49F9-9762-07F04EC18419}">
      <dgm:prSet/>
      <dgm:spPr/>
      <dgm:t>
        <a:bodyPr/>
        <a:lstStyle/>
        <a:p>
          <a:endParaRPr lang="en-US"/>
        </a:p>
      </dgm:t>
    </dgm:pt>
    <dgm:pt modelId="{02AB64EB-4744-4DC3-B506-D255BC173B16}" type="sibTrans" cxnId="{6F890F98-3CC5-49F9-9762-07F04EC18419}">
      <dgm:prSet/>
      <dgm:spPr/>
      <dgm:t>
        <a:bodyPr/>
        <a:lstStyle/>
        <a:p>
          <a:endParaRPr lang="en-US"/>
        </a:p>
      </dgm:t>
    </dgm:pt>
    <dgm:pt modelId="{BD9C8BD4-628C-42AF-8FAA-B73E046F3046}">
      <dgm:prSet/>
      <dgm:spPr/>
      <dgm:t>
        <a:bodyPr/>
        <a:lstStyle/>
        <a:p>
          <a:r>
            <a:rPr lang="en-US" b="0" i="0"/>
            <a:t>Simultaneous transmission of voice and data is possible with LTE system which significantly improve data rate. </a:t>
          </a:r>
          <a:endParaRPr lang="en-US"/>
        </a:p>
      </dgm:t>
    </dgm:pt>
    <dgm:pt modelId="{0F5394DE-2B1C-4CC1-9683-EB4987B05AA7}" type="parTrans" cxnId="{B6BC79DC-41FB-4540-B290-663D10890623}">
      <dgm:prSet/>
      <dgm:spPr/>
      <dgm:t>
        <a:bodyPr/>
        <a:lstStyle/>
        <a:p>
          <a:endParaRPr lang="en-US"/>
        </a:p>
      </dgm:t>
    </dgm:pt>
    <dgm:pt modelId="{C47DE454-B807-4535-8D5C-3F2E7E886173}" type="sibTrans" cxnId="{B6BC79DC-41FB-4540-B290-663D10890623}">
      <dgm:prSet/>
      <dgm:spPr/>
      <dgm:t>
        <a:bodyPr/>
        <a:lstStyle/>
        <a:p>
          <a:endParaRPr lang="en-US"/>
        </a:p>
      </dgm:t>
    </dgm:pt>
    <dgm:pt modelId="{50CA5A1E-29B5-4C45-9C02-FDB193CE4745}">
      <dgm:prSet/>
      <dgm:spPr/>
      <dgm:t>
        <a:bodyPr/>
        <a:lstStyle/>
        <a:p>
          <a:r>
            <a:rPr lang="en-US" b="0" i="0"/>
            <a:t>All services including voice services can be transmitted over IP packets. </a:t>
          </a:r>
          <a:endParaRPr lang="en-US"/>
        </a:p>
      </dgm:t>
    </dgm:pt>
    <dgm:pt modelId="{9E8B24D4-80B0-426C-B8FF-C97DA431FEC0}" type="parTrans" cxnId="{004557E6-2815-47B3-A3EA-FAF49A278815}">
      <dgm:prSet/>
      <dgm:spPr/>
      <dgm:t>
        <a:bodyPr/>
        <a:lstStyle/>
        <a:p>
          <a:endParaRPr lang="en-US"/>
        </a:p>
      </dgm:t>
    </dgm:pt>
    <dgm:pt modelId="{5BB821E9-0E17-4B3B-BA0D-8BDE2F617D78}" type="sibTrans" cxnId="{004557E6-2815-47B3-A3EA-FAF49A278815}">
      <dgm:prSet/>
      <dgm:spPr/>
      <dgm:t>
        <a:bodyPr/>
        <a:lstStyle/>
        <a:p>
          <a:endParaRPr lang="en-US"/>
        </a:p>
      </dgm:t>
    </dgm:pt>
    <dgm:pt modelId="{FB181F26-79C4-48C9-862D-DE1AE04A6C30}">
      <dgm:prSet/>
      <dgm:spPr/>
      <dgm:t>
        <a:bodyPr/>
        <a:lstStyle/>
        <a:p>
          <a:r>
            <a:rPr lang="en-US" b="0" i="0"/>
            <a:t>Complex modulation schemes and carrier aggregation is used to multiply uplink / downlink capacity.</a:t>
          </a:r>
          <a:endParaRPr lang="en-US"/>
        </a:p>
      </dgm:t>
    </dgm:pt>
    <dgm:pt modelId="{D12ED517-FCEC-4483-B968-B5D810A4CF27}" type="parTrans" cxnId="{187F7409-0E0A-48E8-A4BF-86A2C00B0460}">
      <dgm:prSet/>
      <dgm:spPr/>
      <dgm:t>
        <a:bodyPr/>
        <a:lstStyle/>
        <a:p>
          <a:endParaRPr lang="en-US"/>
        </a:p>
      </dgm:t>
    </dgm:pt>
    <dgm:pt modelId="{EEC0FB4D-2743-4092-AB3F-CC6163606019}" type="sibTrans" cxnId="{187F7409-0E0A-48E8-A4BF-86A2C00B0460}">
      <dgm:prSet/>
      <dgm:spPr/>
      <dgm:t>
        <a:bodyPr/>
        <a:lstStyle/>
        <a:p>
          <a:endParaRPr lang="en-US"/>
        </a:p>
      </dgm:t>
    </dgm:pt>
    <dgm:pt modelId="{81015D75-1605-4237-A86F-D33542028A7A}">
      <dgm:prSet/>
      <dgm:spPr/>
      <dgm:t>
        <a:bodyPr/>
        <a:lstStyle/>
        <a:p>
          <a:r>
            <a:rPr lang="en-US" b="0" i="0"/>
            <a:t>Wireless transmission technologies like WiMax are introduced in 4G system to enhance data rate and network performance.</a:t>
          </a:r>
          <a:endParaRPr lang="en-US"/>
        </a:p>
      </dgm:t>
    </dgm:pt>
    <dgm:pt modelId="{A13EDF55-41CE-492B-B5DD-94307E8184C5}" type="parTrans" cxnId="{BAD768F7-6FEC-4685-83C5-41BF539F7F6D}">
      <dgm:prSet/>
      <dgm:spPr/>
      <dgm:t>
        <a:bodyPr/>
        <a:lstStyle/>
        <a:p>
          <a:endParaRPr lang="en-US"/>
        </a:p>
      </dgm:t>
    </dgm:pt>
    <dgm:pt modelId="{FC897552-A1B0-45C2-AF47-6358D46B4115}" type="sibTrans" cxnId="{BAD768F7-6FEC-4685-83C5-41BF539F7F6D}">
      <dgm:prSet/>
      <dgm:spPr/>
      <dgm:t>
        <a:bodyPr/>
        <a:lstStyle/>
        <a:p>
          <a:endParaRPr lang="en-US"/>
        </a:p>
      </dgm:t>
    </dgm:pt>
    <dgm:pt modelId="{CF6970A3-3ACB-4DF9-9A1B-D7352A7C889E}" type="pres">
      <dgm:prSet presAssocID="{6DDB7DFA-35F0-45FC-B639-12370BD17B7F}" presName="root" presStyleCnt="0">
        <dgm:presLayoutVars>
          <dgm:dir/>
          <dgm:resizeHandles val="exact"/>
        </dgm:presLayoutVars>
      </dgm:prSet>
      <dgm:spPr/>
    </dgm:pt>
    <dgm:pt modelId="{D25E0C88-5CA6-4751-8293-63109BE14700}" type="pres">
      <dgm:prSet presAssocID="{6DDB7DFA-35F0-45FC-B639-12370BD17B7F}" presName="container" presStyleCnt="0">
        <dgm:presLayoutVars>
          <dgm:dir/>
          <dgm:resizeHandles val="exact"/>
        </dgm:presLayoutVars>
      </dgm:prSet>
      <dgm:spPr/>
    </dgm:pt>
    <dgm:pt modelId="{0312B498-CF94-4E40-99FA-E8D75E18C365}" type="pres">
      <dgm:prSet presAssocID="{DD7AA81A-1F4E-41DE-BCE0-265A46AF719A}" presName="compNode" presStyleCnt="0"/>
      <dgm:spPr/>
    </dgm:pt>
    <dgm:pt modelId="{28A85E8E-255A-4D21-904B-09B062674A08}" type="pres">
      <dgm:prSet presAssocID="{DD7AA81A-1F4E-41DE-BCE0-265A46AF719A}" presName="iconBgRect" presStyleLbl="bgShp" presStyleIdx="0" presStyleCnt="7"/>
      <dgm:spPr/>
    </dgm:pt>
    <dgm:pt modelId="{E0EB4FF4-EDBC-4E6D-861C-811AF581CD95}" type="pres">
      <dgm:prSet presAssocID="{DD7AA81A-1F4E-41DE-BCE0-265A46AF719A}"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şlemci"/>
        </a:ext>
      </dgm:extLst>
    </dgm:pt>
    <dgm:pt modelId="{83DDCF39-2715-486E-BDD9-32E617467AE4}" type="pres">
      <dgm:prSet presAssocID="{DD7AA81A-1F4E-41DE-BCE0-265A46AF719A}" presName="spaceRect" presStyleCnt="0"/>
      <dgm:spPr/>
    </dgm:pt>
    <dgm:pt modelId="{AE431130-57E0-4B98-8C67-4657E3FE62B6}" type="pres">
      <dgm:prSet presAssocID="{DD7AA81A-1F4E-41DE-BCE0-265A46AF719A}" presName="textRect" presStyleLbl="revTx" presStyleIdx="0" presStyleCnt="7">
        <dgm:presLayoutVars>
          <dgm:chMax val="1"/>
          <dgm:chPref val="1"/>
        </dgm:presLayoutVars>
      </dgm:prSet>
      <dgm:spPr/>
    </dgm:pt>
    <dgm:pt modelId="{BC97B880-884C-44F8-BD21-AFAA693537FE}" type="pres">
      <dgm:prSet presAssocID="{A59B7EBB-09EB-434D-84B1-90A93EA756B8}" presName="sibTrans" presStyleLbl="sibTrans2D1" presStyleIdx="0" presStyleCnt="0"/>
      <dgm:spPr/>
    </dgm:pt>
    <dgm:pt modelId="{84CF1EB4-0B29-48C4-BA41-71CB4566C7B2}" type="pres">
      <dgm:prSet presAssocID="{128E1939-A1A5-4392-A377-1F6229104E02}" presName="compNode" presStyleCnt="0"/>
      <dgm:spPr/>
    </dgm:pt>
    <dgm:pt modelId="{EE0BC2F2-8EBF-4565-A9D1-FFCCF1920571}" type="pres">
      <dgm:prSet presAssocID="{128E1939-A1A5-4392-A377-1F6229104E02}" presName="iconBgRect" presStyleLbl="bgShp" presStyleIdx="1" presStyleCnt="7"/>
      <dgm:spPr/>
    </dgm:pt>
    <dgm:pt modelId="{B81D3CE3-3FDD-46DB-97F2-8B29F028D0DC}" type="pres">
      <dgm:prSet presAssocID="{128E1939-A1A5-4392-A377-1F6229104E02}"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ablosuz"/>
        </a:ext>
      </dgm:extLst>
    </dgm:pt>
    <dgm:pt modelId="{7EB988DB-5DAF-4DC3-8038-B29A135C5E9C}" type="pres">
      <dgm:prSet presAssocID="{128E1939-A1A5-4392-A377-1F6229104E02}" presName="spaceRect" presStyleCnt="0"/>
      <dgm:spPr/>
    </dgm:pt>
    <dgm:pt modelId="{AAB27F6C-C86D-4D3E-81FB-5690EE618580}" type="pres">
      <dgm:prSet presAssocID="{128E1939-A1A5-4392-A377-1F6229104E02}" presName="textRect" presStyleLbl="revTx" presStyleIdx="1" presStyleCnt="7">
        <dgm:presLayoutVars>
          <dgm:chMax val="1"/>
          <dgm:chPref val="1"/>
        </dgm:presLayoutVars>
      </dgm:prSet>
      <dgm:spPr/>
    </dgm:pt>
    <dgm:pt modelId="{B99CE785-24E6-4B87-9699-FA775485DF95}" type="pres">
      <dgm:prSet presAssocID="{A0052297-EEB9-4C96-A417-2B317F9BB21F}" presName="sibTrans" presStyleLbl="sibTrans2D1" presStyleIdx="0" presStyleCnt="0"/>
      <dgm:spPr/>
    </dgm:pt>
    <dgm:pt modelId="{A879B881-FFEA-4DC1-9D00-67A30587510E}" type="pres">
      <dgm:prSet presAssocID="{FFF37A87-76B5-4347-B6DA-38D698082BB0}" presName="compNode" presStyleCnt="0"/>
      <dgm:spPr/>
    </dgm:pt>
    <dgm:pt modelId="{5F90A4D0-971D-453B-A658-896FB6C4408F}" type="pres">
      <dgm:prSet presAssocID="{FFF37A87-76B5-4347-B6DA-38D698082BB0}" presName="iconBgRect" presStyleLbl="bgShp" presStyleIdx="2" presStyleCnt="7"/>
      <dgm:spPr/>
    </dgm:pt>
    <dgm:pt modelId="{953B5088-FD05-4991-8BD8-AA4B6ABD068C}" type="pres">
      <dgm:prSet presAssocID="{FFF37A87-76B5-4347-B6DA-38D698082BB0}"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ireless router"/>
        </a:ext>
      </dgm:extLst>
    </dgm:pt>
    <dgm:pt modelId="{997822EC-597B-42F1-84A6-F71DF1770C93}" type="pres">
      <dgm:prSet presAssocID="{FFF37A87-76B5-4347-B6DA-38D698082BB0}" presName="spaceRect" presStyleCnt="0"/>
      <dgm:spPr/>
    </dgm:pt>
    <dgm:pt modelId="{F9AC751D-151C-4528-87FC-EB137055B660}" type="pres">
      <dgm:prSet presAssocID="{FFF37A87-76B5-4347-B6DA-38D698082BB0}" presName="textRect" presStyleLbl="revTx" presStyleIdx="2" presStyleCnt="7">
        <dgm:presLayoutVars>
          <dgm:chMax val="1"/>
          <dgm:chPref val="1"/>
        </dgm:presLayoutVars>
      </dgm:prSet>
      <dgm:spPr/>
    </dgm:pt>
    <dgm:pt modelId="{CC2BC343-AD33-4D69-8866-03F37A2CBB1F}" type="pres">
      <dgm:prSet presAssocID="{02AB64EB-4744-4DC3-B506-D255BC173B16}" presName="sibTrans" presStyleLbl="sibTrans2D1" presStyleIdx="0" presStyleCnt="0"/>
      <dgm:spPr/>
    </dgm:pt>
    <dgm:pt modelId="{30F17327-7F39-426D-9D3A-B15FB91BF392}" type="pres">
      <dgm:prSet presAssocID="{BD9C8BD4-628C-42AF-8FAA-B73E046F3046}" presName="compNode" presStyleCnt="0"/>
      <dgm:spPr/>
    </dgm:pt>
    <dgm:pt modelId="{92F64DD7-0C95-44D7-8839-75FD9698BB24}" type="pres">
      <dgm:prSet presAssocID="{BD9C8BD4-628C-42AF-8FAA-B73E046F3046}" presName="iconBgRect" presStyleLbl="bgShp" presStyleIdx="3" presStyleCnt="7"/>
      <dgm:spPr/>
    </dgm:pt>
    <dgm:pt modelId="{07BBFDA0-6FF9-472F-BF74-2EC7A6F34AE9}" type="pres">
      <dgm:prSet presAssocID="{BD9C8BD4-628C-42AF-8FAA-B73E046F3046}"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atellite dish"/>
        </a:ext>
      </dgm:extLst>
    </dgm:pt>
    <dgm:pt modelId="{8F525927-D8FE-4673-BA11-FB51C18863AA}" type="pres">
      <dgm:prSet presAssocID="{BD9C8BD4-628C-42AF-8FAA-B73E046F3046}" presName="spaceRect" presStyleCnt="0"/>
      <dgm:spPr/>
    </dgm:pt>
    <dgm:pt modelId="{D8AFCF26-5FB5-43B9-ADF6-C78E88C4C1CC}" type="pres">
      <dgm:prSet presAssocID="{BD9C8BD4-628C-42AF-8FAA-B73E046F3046}" presName="textRect" presStyleLbl="revTx" presStyleIdx="3" presStyleCnt="7">
        <dgm:presLayoutVars>
          <dgm:chMax val="1"/>
          <dgm:chPref val="1"/>
        </dgm:presLayoutVars>
      </dgm:prSet>
      <dgm:spPr/>
    </dgm:pt>
    <dgm:pt modelId="{6EEC5F62-CFD1-446E-96BD-686BBF4EB250}" type="pres">
      <dgm:prSet presAssocID="{C47DE454-B807-4535-8D5C-3F2E7E886173}" presName="sibTrans" presStyleLbl="sibTrans2D1" presStyleIdx="0" presStyleCnt="0"/>
      <dgm:spPr/>
    </dgm:pt>
    <dgm:pt modelId="{6671A0B9-C931-42F4-A418-06D941200EC5}" type="pres">
      <dgm:prSet presAssocID="{50CA5A1E-29B5-4C45-9C02-FDB193CE4745}" presName="compNode" presStyleCnt="0"/>
      <dgm:spPr/>
    </dgm:pt>
    <dgm:pt modelId="{9263AECE-BF2B-413D-AB57-9B98D7EE8DA5}" type="pres">
      <dgm:prSet presAssocID="{50CA5A1E-29B5-4C45-9C02-FDB193CE4745}" presName="iconBgRect" presStyleLbl="bgShp" presStyleIdx="4" presStyleCnt="7"/>
      <dgm:spPr/>
    </dgm:pt>
    <dgm:pt modelId="{6EA77414-06FF-4CE3-9375-C420FE581E86}" type="pres">
      <dgm:prSet presAssocID="{50CA5A1E-29B5-4C45-9C02-FDB193CE4745}"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ream"/>
        </a:ext>
      </dgm:extLst>
    </dgm:pt>
    <dgm:pt modelId="{62E64797-2143-4C63-B7C9-8EB53B1A0F24}" type="pres">
      <dgm:prSet presAssocID="{50CA5A1E-29B5-4C45-9C02-FDB193CE4745}" presName="spaceRect" presStyleCnt="0"/>
      <dgm:spPr/>
    </dgm:pt>
    <dgm:pt modelId="{14249BC4-89D9-4455-BA58-694926BD2008}" type="pres">
      <dgm:prSet presAssocID="{50CA5A1E-29B5-4C45-9C02-FDB193CE4745}" presName="textRect" presStyleLbl="revTx" presStyleIdx="4" presStyleCnt="7">
        <dgm:presLayoutVars>
          <dgm:chMax val="1"/>
          <dgm:chPref val="1"/>
        </dgm:presLayoutVars>
      </dgm:prSet>
      <dgm:spPr/>
    </dgm:pt>
    <dgm:pt modelId="{B62CFD32-F5FD-451A-8E07-C96B35A73AEA}" type="pres">
      <dgm:prSet presAssocID="{5BB821E9-0E17-4B3B-BA0D-8BDE2F617D78}" presName="sibTrans" presStyleLbl="sibTrans2D1" presStyleIdx="0" presStyleCnt="0"/>
      <dgm:spPr/>
    </dgm:pt>
    <dgm:pt modelId="{077813C2-A423-4454-9D8D-2BA50D285681}" type="pres">
      <dgm:prSet presAssocID="{FB181F26-79C4-48C9-862D-DE1AE04A6C30}" presName="compNode" presStyleCnt="0"/>
      <dgm:spPr/>
    </dgm:pt>
    <dgm:pt modelId="{A847F7C0-3657-4EE4-8C12-EDF661ECC7CC}" type="pres">
      <dgm:prSet presAssocID="{FB181F26-79C4-48C9-862D-DE1AE04A6C30}" presName="iconBgRect" presStyleLbl="bgShp" presStyleIdx="5" presStyleCnt="7"/>
      <dgm:spPr/>
    </dgm:pt>
    <dgm:pt modelId="{B3D6E798-0837-4C76-8D8E-35B63059C0D8}" type="pres">
      <dgm:prSet presAssocID="{FB181F26-79C4-48C9-862D-DE1AE04A6C30}"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ağlantı"/>
        </a:ext>
      </dgm:extLst>
    </dgm:pt>
    <dgm:pt modelId="{6FAC91E7-308F-4458-9E7C-8E1039A93CC6}" type="pres">
      <dgm:prSet presAssocID="{FB181F26-79C4-48C9-862D-DE1AE04A6C30}" presName="spaceRect" presStyleCnt="0"/>
      <dgm:spPr/>
    </dgm:pt>
    <dgm:pt modelId="{BC8650AE-ABCC-4C8B-A113-9930558F5AE3}" type="pres">
      <dgm:prSet presAssocID="{FB181F26-79C4-48C9-862D-DE1AE04A6C30}" presName="textRect" presStyleLbl="revTx" presStyleIdx="5" presStyleCnt="7">
        <dgm:presLayoutVars>
          <dgm:chMax val="1"/>
          <dgm:chPref val="1"/>
        </dgm:presLayoutVars>
      </dgm:prSet>
      <dgm:spPr/>
    </dgm:pt>
    <dgm:pt modelId="{04C42C21-7521-4630-B4DE-CCE3D2EDBD3B}" type="pres">
      <dgm:prSet presAssocID="{EEC0FB4D-2743-4092-AB3F-CC6163606019}" presName="sibTrans" presStyleLbl="sibTrans2D1" presStyleIdx="0" presStyleCnt="0"/>
      <dgm:spPr/>
    </dgm:pt>
    <dgm:pt modelId="{5DE3A841-C98C-4B0D-B521-107BF903A241}" type="pres">
      <dgm:prSet presAssocID="{81015D75-1605-4237-A86F-D33542028A7A}" presName="compNode" presStyleCnt="0"/>
      <dgm:spPr/>
    </dgm:pt>
    <dgm:pt modelId="{40D8AD2A-2E56-4AFA-A08F-6E950C15B572}" type="pres">
      <dgm:prSet presAssocID="{81015D75-1605-4237-A86F-D33542028A7A}" presName="iconBgRect" presStyleLbl="bgShp" presStyleIdx="6" presStyleCnt="7"/>
      <dgm:spPr/>
    </dgm:pt>
    <dgm:pt modelId="{99510979-DDFE-4D15-BDBA-58CF9FCBC514}" type="pres">
      <dgm:prSet presAssocID="{81015D75-1605-4237-A86F-D33542028A7A}"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Wi-Fi"/>
        </a:ext>
      </dgm:extLst>
    </dgm:pt>
    <dgm:pt modelId="{18242458-A6EF-4D67-A11C-608F4AEF453D}" type="pres">
      <dgm:prSet presAssocID="{81015D75-1605-4237-A86F-D33542028A7A}" presName="spaceRect" presStyleCnt="0"/>
      <dgm:spPr/>
    </dgm:pt>
    <dgm:pt modelId="{D76CFF8D-717F-4E8A-8399-AC7F534BCA9A}" type="pres">
      <dgm:prSet presAssocID="{81015D75-1605-4237-A86F-D33542028A7A}" presName="textRect" presStyleLbl="revTx" presStyleIdx="6" presStyleCnt="7">
        <dgm:presLayoutVars>
          <dgm:chMax val="1"/>
          <dgm:chPref val="1"/>
        </dgm:presLayoutVars>
      </dgm:prSet>
      <dgm:spPr/>
    </dgm:pt>
  </dgm:ptLst>
  <dgm:cxnLst>
    <dgm:cxn modelId="{187F7409-0E0A-48E8-A4BF-86A2C00B0460}" srcId="{6DDB7DFA-35F0-45FC-B639-12370BD17B7F}" destId="{FB181F26-79C4-48C9-862D-DE1AE04A6C30}" srcOrd="5" destOrd="0" parTransId="{D12ED517-FCEC-4483-B968-B5D810A4CF27}" sibTransId="{EEC0FB4D-2743-4092-AB3F-CC6163606019}"/>
    <dgm:cxn modelId="{E8DCF41E-DF59-4805-A12F-2C0E1650BDF7}" type="presOf" srcId="{FFF37A87-76B5-4347-B6DA-38D698082BB0}" destId="{F9AC751D-151C-4528-87FC-EB137055B660}" srcOrd="0" destOrd="0" presId="urn:microsoft.com/office/officeart/2018/2/layout/IconCircleList"/>
    <dgm:cxn modelId="{FA687736-1C9D-4231-9146-20AC1A1DA691}" type="presOf" srcId="{EEC0FB4D-2743-4092-AB3F-CC6163606019}" destId="{04C42C21-7521-4630-B4DE-CCE3D2EDBD3B}" srcOrd="0" destOrd="0" presId="urn:microsoft.com/office/officeart/2018/2/layout/IconCircleList"/>
    <dgm:cxn modelId="{806C4F40-CF8F-4FBE-AF6A-F100FA383691}" type="presOf" srcId="{128E1939-A1A5-4392-A377-1F6229104E02}" destId="{AAB27F6C-C86D-4D3E-81FB-5690EE618580}" srcOrd="0" destOrd="0" presId="urn:microsoft.com/office/officeart/2018/2/layout/IconCircleList"/>
    <dgm:cxn modelId="{802BD560-89D0-4AD6-88FF-1D81C4838149}" type="presOf" srcId="{50CA5A1E-29B5-4C45-9C02-FDB193CE4745}" destId="{14249BC4-89D9-4455-BA58-694926BD2008}" srcOrd="0" destOrd="0" presId="urn:microsoft.com/office/officeart/2018/2/layout/IconCircleList"/>
    <dgm:cxn modelId="{C5C09641-8ACC-4F80-A0F4-59855C1CB31E}" type="presOf" srcId="{A59B7EBB-09EB-434D-84B1-90A93EA756B8}" destId="{BC97B880-884C-44F8-BD21-AFAA693537FE}" srcOrd="0" destOrd="0" presId="urn:microsoft.com/office/officeart/2018/2/layout/IconCircleList"/>
    <dgm:cxn modelId="{6257C448-DD53-453B-B97B-3CDB03348E5B}" type="presOf" srcId="{81015D75-1605-4237-A86F-D33542028A7A}" destId="{D76CFF8D-717F-4E8A-8399-AC7F534BCA9A}" srcOrd="0" destOrd="0" presId="urn:microsoft.com/office/officeart/2018/2/layout/IconCircleList"/>
    <dgm:cxn modelId="{6F890F98-3CC5-49F9-9762-07F04EC18419}" srcId="{6DDB7DFA-35F0-45FC-B639-12370BD17B7F}" destId="{FFF37A87-76B5-4347-B6DA-38D698082BB0}" srcOrd="2" destOrd="0" parTransId="{E7384A02-A3E3-40FB-8063-2144A728E75D}" sibTransId="{02AB64EB-4744-4DC3-B506-D255BC173B16}"/>
    <dgm:cxn modelId="{875EDD9A-090E-4952-87F9-FDA904D2152B}" srcId="{6DDB7DFA-35F0-45FC-B639-12370BD17B7F}" destId="{DD7AA81A-1F4E-41DE-BCE0-265A46AF719A}" srcOrd="0" destOrd="0" parTransId="{EDACA48D-8B12-4428-8F1F-A545FCF13E81}" sibTransId="{A59B7EBB-09EB-434D-84B1-90A93EA756B8}"/>
    <dgm:cxn modelId="{2EF592AA-2B58-4F96-B540-B0300C7D420D}" srcId="{6DDB7DFA-35F0-45FC-B639-12370BD17B7F}" destId="{128E1939-A1A5-4392-A377-1F6229104E02}" srcOrd="1" destOrd="0" parTransId="{6D785222-20B2-4B40-95FA-0F740DFE3268}" sibTransId="{A0052297-EEB9-4C96-A417-2B317F9BB21F}"/>
    <dgm:cxn modelId="{2BA789AE-3F44-40E9-B4D5-2E2AA04B2012}" type="presOf" srcId="{5BB821E9-0E17-4B3B-BA0D-8BDE2F617D78}" destId="{B62CFD32-F5FD-451A-8E07-C96B35A73AEA}" srcOrd="0" destOrd="0" presId="urn:microsoft.com/office/officeart/2018/2/layout/IconCircleList"/>
    <dgm:cxn modelId="{CDF0D6BF-0392-4B4C-89F7-E0D290EBB158}" type="presOf" srcId="{FB181F26-79C4-48C9-862D-DE1AE04A6C30}" destId="{BC8650AE-ABCC-4C8B-A113-9930558F5AE3}" srcOrd="0" destOrd="0" presId="urn:microsoft.com/office/officeart/2018/2/layout/IconCircleList"/>
    <dgm:cxn modelId="{A494DAD7-124F-4B35-90B5-17421C867AB8}" type="presOf" srcId="{BD9C8BD4-628C-42AF-8FAA-B73E046F3046}" destId="{D8AFCF26-5FB5-43B9-ADF6-C78E88C4C1CC}" srcOrd="0" destOrd="0" presId="urn:microsoft.com/office/officeart/2018/2/layout/IconCircleList"/>
    <dgm:cxn modelId="{86A139DA-0623-4032-9D63-134EBDDB351E}" type="presOf" srcId="{DD7AA81A-1F4E-41DE-BCE0-265A46AF719A}" destId="{AE431130-57E0-4B98-8C67-4657E3FE62B6}" srcOrd="0" destOrd="0" presId="urn:microsoft.com/office/officeart/2018/2/layout/IconCircleList"/>
    <dgm:cxn modelId="{B6BC79DC-41FB-4540-B290-663D10890623}" srcId="{6DDB7DFA-35F0-45FC-B639-12370BD17B7F}" destId="{BD9C8BD4-628C-42AF-8FAA-B73E046F3046}" srcOrd="3" destOrd="0" parTransId="{0F5394DE-2B1C-4CC1-9683-EB4987B05AA7}" sibTransId="{C47DE454-B807-4535-8D5C-3F2E7E886173}"/>
    <dgm:cxn modelId="{B7A156E4-2E47-4285-AD54-6629A3CA46AB}" type="presOf" srcId="{C47DE454-B807-4535-8D5C-3F2E7E886173}" destId="{6EEC5F62-CFD1-446E-96BD-686BBF4EB250}" srcOrd="0" destOrd="0" presId="urn:microsoft.com/office/officeart/2018/2/layout/IconCircleList"/>
    <dgm:cxn modelId="{A026CBE5-E6DC-4F9E-BF10-6B044C00626E}" type="presOf" srcId="{6DDB7DFA-35F0-45FC-B639-12370BD17B7F}" destId="{CF6970A3-3ACB-4DF9-9A1B-D7352A7C889E}" srcOrd="0" destOrd="0" presId="urn:microsoft.com/office/officeart/2018/2/layout/IconCircleList"/>
    <dgm:cxn modelId="{004557E6-2815-47B3-A3EA-FAF49A278815}" srcId="{6DDB7DFA-35F0-45FC-B639-12370BD17B7F}" destId="{50CA5A1E-29B5-4C45-9C02-FDB193CE4745}" srcOrd="4" destOrd="0" parTransId="{9E8B24D4-80B0-426C-B8FF-C97DA431FEC0}" sibTransId="{5BB821E9-0E17-4B3B-BA0D-8BDE2F617D78}"/>
    <dgm:cxn modelId="{B1A189EE-E67F-4B0A-9389-BA9092B006F1}" type="presOf" srcId="{A0052297-EEB9-4C96-A417-2B317F9BB21F}" destId="{B99CE785-24E6-4B87-9699-FA775485DF95}" srcOrd="0" destOrd="0" presId="urn:microsoft.com/office/officeart/2018/2/layout/IconCircleList"/>
    <dgm:cxn modelId="{BAD768F7-6FEC-4685-83C5-41BF539F7F6D}" srcId="{6DDB7DFA-35F0-45FC-B639-12370BD17B7F}" destId="{81015D75-1605-4237-A86F-D33542028A7A}" srcOrd="6" destOrd="0" parTransId="{A13EDF55-41CE-492B-B5DD-94307E8184C5}" sibTransId="{FC897552-A1B0-45C2-AF47-6358D46B4115}"/>
    <dgm:cxn modelId="{B45576FF-0EB2-4BFD-BCE6-96F985247E34}" type="presOf" srcId="{02AB64EB-4744-4DC3-B506-D255BC173B16}" destId="{CC2BC343-AD33-4D69-8866-03F37A2CBB1F}" srcOrd="0" destOrd="0" presId="urn:microsoft.com/office/officeart/2018/2/layout/IconCircleList"/>
    <dgm:cxn modelId="{42DBB97F-F99A-4C4D-A97F-A66ADF1156BD}" type="presParOf" srcId="{CF6970A3-3ACB-4DF9-9A1B-D7352A7C889E}" destId="{D25E0C88-5CA6-4751-8293-63109BE14700}" srcOrd="0" destOrd="0" presId="urn:microsoft.com/office/officeart/2018/2/layout/IconCircleList"/>
    <dgm:cxn modelId="{4DB84977-20D7-457B-9B4D-E5A0027B82F1}" type="presParOf" srcId="{D25E0C88-5CA6-4751-8293-63109BE14700}" destId="{0312B498-CF94-4E40-99FA-E8D75E18C365}" srcOrd="0" destOrd="0" presId="urn:microsoft.com/office/officeart/2018/2/layout/IconCircleList"/>
    <dgm:cxn modelId="{609D5542-898F-4226-B7D6-11D71F71510E}" type="presParOf" srcId="{0312B498-CF94-4E40-99FA-E8D75E18C365}" destId="{28A85E8E-255A-4D21-904B-09B062674A08}" srcOrd="0" destOrd="0" presId="urn:microsoft.com/office/officeart/2018/2/layout/IconCircleList"/>
    <dgm:cxn modelId="{AB125845-7AF6-40A5-B4D2-E84C5EA005AF}" type="presParOf" srcId="{0312B498-CF94-4E40-99FA-E8D75E18C365}" destId="{E0EB4FF4-EDBC-4E6D-861C-811AF581CD95}" srcOrd="1" destOrd="0" presId="urn:microsoft.com/office/officeart/2018/2/layout/IconCircleList"/>
    <dgm:cxn modelId="{D498C2F1-A98A-45F4-B243-4FA02B09E256}" type="presParOf" srcId="{0312B498-CF94-4E40-99FA-E8D75E18C365}" destId="{83DDCF39-2715-486E-BDD9-32E617467AE4}" srcOrd="2" destOrd="0" presId="urn:microsoft.com/office/officeart/2018/2/layout/IconCircleList"/>
    <dgm:cxn modelId="{02F7F0C8-2E9F-4101-BD35-0E9ECB4BA3B6}" type="presParOf" srcId="{0312B498-CF94-4E40-99FA-E8D75E18C365}" destId="{AE431130-57E0-4B98-8C67-4657E3FE62B6}" srcOrd="3" destOrd="0" presId="urn:microsoft.com/office/officeart/2018/2/layout/IconCircleList"/>
    <dgm:cxn modelId="{5D2886FA-CE5A-46C4-9F8D-0055FE69BFDE}" type="presParOf" srcId="{D25E0C88-5CA6-4751-8293-63109BE14700}" destId="{BC97B880-884C-44F8-BD21-AFAA693537FE}" srcOrd="1" destOrd="0" presId="urn:microsoft.com/office/officeart/2018/2/layout/IconCircleList"/>
    <dgm:cxn modelId="{C76F065F-C727-4F8A-8EA4-E9FF7C4D2F88}" type="presParOf" srcId="{D25E0C88-5CA6-4751-8293-63109BE14700}" destId="{84CF1EB4-0B29-48C4-BA41-71CB4566C7B2}" srcOrd="2" destOrd="0" presId="urn:microsoft.com/office/officeart/2018/2/layout/IconCircleList"/>
    <dgm:cxn modelId="{D2294227-C11F-42D1-877A-82B00C9FC18D}" type="presParOf" srcId="{84CF1EB4-0B29-48C4-BA41-71CB4566C7B2}" destId="{EE0BC2F2-8EBF-4565-A9D1-FFCCF1920571}" srcOrd="0" destOrd="0" presId="urn:microsoft.com/office/officeart/2018/2/layout/IconCircleList"/>
    <dgm:cxn modelId="{74657249-6AC4-480D-83D5-B8FD165724FC}" type="presParOf" srcId="{84CF1EB4-0B29-48C4-BA41-71CB4566C7B2}" destId="{B81D3CE3-3FDD-46DB-97F2-8B29F028D0DC}" srcOrd="1" destOrd="0" presId="urn:microsoft.com/office/officeart/2018/2/layout/IconCircleList"/>
    <dgm:cxn modelId="{508DB839-04BC-41AE-8EB8-86311EFFFE7A}" type="presParOf" srcId="{84CF1EB4-0B29-48C4-BA41-71CB4566C7B2}" destId="{7EB988DB-5DAF-4DC3-8038-B29A135C5E9C}" srcOrd="2" destOrd="0" presId="urn:microsoft.com/office/officeart/2018/2/layout/IconCircleList"/>
    <dgm:cxn modelId="{7276F2FD-1D2D-43FD-AE77-D61A00296255}" type="presParOf" srcId="{84CF1EB4-0B29-48C4-BA41-71CB4566C7B2}" destId="{AAB27F6C-C86D-4D3E-81FB-5690EE618580}" srcOrd="3" destOrd="0" presId="urn:microsoft.com/office/officeart/2018/2/layout/IconCircleList"/>
    <dgm:cxn modelId="{D6A2F89A-E38A-4DF7-8DE9-9DD47399304E}" type="presParOf" srcId="{D25E0C88-5CA6-4751-8293-63109BE14700}" destId="{B99CE785-24E6-4B87-9699-FA775485DF95}" srcOrd="3" destOrd="0" presId="urn:microsoft.com/office/officeart/2018/2/layout/IconCircleList"/>
    <dgm:cxn modelId="{B68EE833-88C1-43D1-ABF3-8D4D135BA354}" type="presParOf" srcId="{D25E0C88-5CA6-4751-8293-63109BE14700}" destId="{A879B881-FFEA-4DC1-9D00-67A30587510E}" srcOrd="4" destOrd="0" presId="urn:microsoft.com/office/officeart/2018/2/layout/IconCircleList"/>
    <dgm:cxn modelId="{6CEA402E-696F-463A-BFB8-A15312FD45ED}" type="presParOf" srcId="{A879B881-FFEA-4DC1-9D00-67A30587510E}" destId="{5F90A4D0-971D-453B-A658-896FB6C4408F}" srcOrd="0" destOrd="0" presId="urn:microsoft.com/office/officeart/2018/2/layout/IconCircleList"/>
    <dgm:cxn modelId="{1B5F012E-4D83-4B28-B414-D2C7D0B2585A}" type="presParOf" srcId="{A879B881-FFEA-4DC1-9D00-67A30587510E}" destId="{953B5088-FD05-4991-8BD8-AA4B6ABD068C}" srcOrd="1" destOrd="0" presId="urn:microsoft.com/office/officeart/2018/2/layout/IconCircleList"/>
    <dgm:cxn modelId="{48003F38-5692-4F92-A2A5-DDCD91F6E94D}" type="presParOf" srcId="{A879B881-FFEA-4DC1-9D00-67A30587510E}" destId="{997822EC-597B-42F1-84A6-F71DF1770C93}" srcOrd="2" destOrd="0" presId="urn:microsoft.com/office/officeart/2018/2/layout/IconCircleList"/>
    <dgm:cxn modelId="{D00927A7-E70F-4458-A785-C80283945678}" type="presParOf" srcId="{A879B881-FFEA-4DC1-9D00-67A30587510E}" destId="{F9AC751D-151C-4528-87FC-EB137055B660}" srcOrd="3" destOrd="0" presId="urn:microsoft.com/office/officeart/2018/2/layout/IconCircleList"/>
    <dgm:cxn modelId="{58248F9E-0ABE-4A63-B04E-4DFB85CA788B}" type="presParOf" srcId="{D25E0C88-5CA6-4751-8293-63109BE14700}" destId="{CC2BC343-AD33-4D69-8866-03F37A2CBB1F}" srcOrd="5" destOrd="0" presId="urn:microsoft.com/office/officeart/2018/2/layout/IconCircleList"/>
    <dgm:cxn modelId="{9BC2C657-AD1D-41BA-B3A4-BDDBBBCE493C}" type="presParOf" srcId="{D25E0C88-5CA6-4751-8293-63109BE14700}" destId="{30F17327-7F39-426D-9D3A-B15FB91BF392}" srcOrd="6" destOrd="0" presId="urn:microsoft.com/office/officeart/2018/2/layout/IconCircleList"/>
    <dgm:cxn modelId="{DC715B99-1ECA-4120-8C5B-65B054A0C199}" type="presParOf" srcId="{30F17327-7F39-426D-9D3A-B15FB91BF392}" destId="{92F64DD7-0C95-44D7-8839-75FD9698BB24}" srcOrd="0" destOrd="0" presId="urn:microsoft.com/office/officeart/2018/2/layout/IconCircleList"/>
    <dgm:cxn modelId="{61B4BF20-0D7A-4279-B94A-D8C6E6333F27}" type="presParOf" srcId="{30F17327-7F39-426D-9D3A-B15FB91BF392}" destId="{07BBFDA0-6FF9-472F-BF74-2EC7A6F34AE9}" srcOrd="1" destOrd="0" presId="urn:microsoft.com/office/officeart/2018/2/layout/IconCircleList"/>
    <dgm:cxn modelId="{F3166624-4291-4B32-8714-02C19159CF90}" type="presParOf" srcId="{30F17327-7F39-426D-9D3A-B15FB91BF392}" destId="{8F525927-D8FE-4673-BA11-FB51C18863AA}" srcOrd="2" destOrd="0" presId="urn:microsoft.com/office/officeart/2018/2/layout/IconCircleList"/>
    <dgm:cxn modelId="{CBD3CFD2-B43D-4522-BC73-243D3A07FC45}" type="presParOf" srcId="{30F17327-7F39-426D-9D3A-B15FB91BF392}" destId="{D8AFCF26-5FB5-43B9-ADF6-C78E88C4C1CC}" srcOrd="3" destOrd="0" presId="urn:microsoft.com/office/officeart/2018/2/layout/IconCircleList"/>
    <dgm:cxn modelId="{3464D4BA-9CE1-41D8-A674-7596CA6B82C2}" type="presParOf" srcId="{D25E0C88-5CA6-4751-8293-63109BE14700}" destId="{6EEC5F62-CFD1-446E-96BD-686BBF4EB250}" srcOrd="7" destOrd="0" presId="urn:microsoft.com/office/officeart/2018/2/layout/IconCircleList"/>
    <dgm:cxn modelId="{5176FA1C-1531-4BCF-90CB-2ADF4922AA59}" type="presParOf" srcId="{D25E0C88-5CA6-4751-8293-63109BE14700}" destId="{6671A0B9-C931-42F4-A418-06D941200EC5}" srcOrd="8" destOrd="0" presId="urn:microsoft.com/office/officeart/2018/2/layout/IconCircleList"/>
    <dgm:cxn modelId="{4DF2EE92-A305-484A-93A3-B08D2989505E}" type="presParOf" srcId="{6671A0B9-C931-42F4-A418-06D941200EC5}" destId="{9263AECE-BF2B-413D-AB57-9B98D7EE8DA5}" srcOrd="0" destOrd="0" presId="urn:microsoft.com/office/officeart/2018/2/layout/IconCircleList"/>
    <dgm:cxn modelId="{CB03A19C-9141-44BE-9EF6-D33E6A33B25D}" type="presParOf" srcId="{6671A0B9-C931-42F4-A418-06D941200EC5}" destId="{6EA77414-06FF-4CE3-9375-C420FE581E86}" srcOrd="1" destOrd="0" presId="urn:microsoft.com/office/officeart/2018/2/layout/IconCircleList"/>
    <dgm:cxn modelId="{33EE3F6F-A88B-4E16-8E86-99339322A0F8}" type="presParOf" srcId="{6671A0B9-C931-42F4-A418-06D941200EC5}" destId="{62E64797-2143-4C63-B7C9-8EB53B1A0F24}" srcOrd="2" destOrd="0" presId="urn:microsoft.com/office/officeart/2018/2/layout/IconCircleList"/>
    <dgm:cxn modelId="{C1CAB568-0FE2-41C8-B99B-B94F0D42FA2D}" type="presParOf" srcId="{6671A0B9-C931-42F4-A418-06D941200EC5}" destId="{14249BC4-89D9-4455-BA58-694926BD2008}" srcOrd="3" destOrd="0" presId="urn:microsoft.com/office/officeart/2018/2/layout/IconCircleList"/>
    <dgm:cxn modelId="{A5D16E3B-B970-455C-A3C0-27D4CB8C67A0}" type="presParOf" srcId="{D25E0C88-5CA6-4751-8293-63109BE14700}" destId="{B62CFD32-F5FD-451A-8E07-C96B35A73AEA}" srcOrd="9" destOrd="0" presId="urn:microsoft.com/office/officeart/2018/2/layout/IconCircleList"/>
    <dgm:cxn modelId="{C8573F43-B6B9-407F-9006-4529E85559C8}" type="presParOf" srcId="{D25E0C88-5CA6-4751-8293-63109BE14700}" destId="{077813C2-A423-4454-9D8D-2BA50D285681}" srcOrd="10" destOrd="0" presId="urn:microsoft.com/office/officeart/2018/2/layout/IconCircleList"/>
    <dgm:cxn modelId="{B786E291-1769-4FA3-B2B7-EEC352083209}" type="presParOf" srcId="{077813C2-A423-4454-9D8D-2BA50D285681}" destId="{A847F7C0-3657-4EE4-8C12-EDF661ECC7CC}" srcOrd="0" destOrd="0" presId="urn:microsoft.com/office/officeart/2018/2/layout/IconCircleList"/>
    <dgm:cxn modelId="{34FAED4B-5262-4EB8-B6C5-0FB87CA1692C}" type="presParOf" srcId="{077813C2-A423-4454-9D8D-2BA50D285681}" destId="{B3D6E798-0837-4C76-8D8E-35B63059C0D8}" srcOrd="1" destOrd="0" presId="urn:microsoft.com/office/officeart/2018/2/layout/IconCircleList"/>
    <dgm:cxn modelId="{4FEDD55D-0F06-4A71-99FE-464BD9D45306}" type="presParOf" srcId="{077813C2-A423-4454-9D8D-2BA50D285681}" destId="{6FAC91E7-308F-4458-9E7C-8E1039A93CC6}" srcOrd="2" destOrd="0" presId="urn:microsoft.com/office/officeart/2018/2/layout/IconCircleList"/>
    <dgm:cxn modelId="{A3C8D690-99CE-4F66-860C-A543886963A2}" type="presParOf" srcId="{077813C2-A423-4454-9D8D-2BA50D285681}" destId="{BC8650AE-ABCC-4C8B-A113-9930558F5AE3}" srcOrd="3" destOrd="0" presId="urn:microsoft.com/office/officeart/2018/2/layout/IconCircleList"/>
    <dgm:cxn modelId="{D4A439BB-B70F-45D5-90F1-019DB0C30059}" type="presParOf" srcId="{D25E0C88-5CA6-4751-8293-63109BE14700}" destId="{04C42C21-7521-4630-B4DE-CCE3D2EDBD3B}" srcOrd="11" destOrd="0" presId="urn:microsoft.com/office/officeart/2018/2/layout/IconCircleList"/>
    <dgm:cxn modelId="{591C9F5C-1DEA-4F17-93C1-05D74E18A7BA}" type="presParOf" srcId="{D25E0C88-5CA6-4751-8293-63109BE14700}" destId="{5DE3A841-C98C-4B0D-B521-107BF903A241}" srcOrd="12" destOrd="0" presId="urn:microsoft.com/office/officeart/2018/2/layout/IconCircleList"/>
    <dgm:cxn modelId="{0B3E6E23-AADC-49B9-A264-F01CD9FA5E41}" type="presParOf" srcId="{5DE3A841-C98C-4B0D-B521-107BF903A241}" destId="{40D8AD2A-2E56-4AFA-A08F-6E950C15B572}" srcOrd="0" destOrd="0" presId="urn:microsoft.com/office/officeart/2018/2/layout/IconCircleList"/>
    <dgm:cxn modelId="{1F914010-3F7C-41C3-A6AB-8B4C369ADD18}" type="presParOf" srcId="{5DE3A841-C98C-4B0D-B521-107BF903A241}" destId="{99510979-DDFE-4D15-BDBA-58CF9FCBC514}" srcOrd="1" destOrd="0" presId="urn:microsoft.com/office/officeart/2018/2/layout/IconCircleList"/>
    <dgm:cxn modelId="{560F90A9-A7A8-4C70-AD32-B1EB2D5A18D6}" type="presParOf" srcId="{5DE3A841-C98C-4B0D-B521-107BF903A241}" destId="{18242458-A6EF-4D67-A11C-608F4AEF453D}" srcOrd="2" destOrd="0" presId="urn:microsoft.com/office/officeart/2018/2/layout/IconCircleList"/>
    <dgm:cxn modelId="{742D2E92-7801-4B18-9852-2FFA0C803E51}" type="presParOf" srcId="{5DE3A841-C98C-4B0D-B521-107BF903A241}" destId="{D76CFF8D-717F-4E8A-8399-AC7F534BCA9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27739BA-155F-40F3-9599-7927B4BDE566}"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3216123-51B0-43F7-96C4-0F9A60406A77}">
      <dgm:prSet/>
      <dgm:spPr/>
      <dgm:t>
        <a:bodyPr/>
        <a:lstStyle/>
        <a:p>
          <a:pPr>
            <a:defRPr cap="all"/>
          </a:pPr>
          <a:r>
            <a:rPr lang="en-US" b="0" i="0"/>
            <a:t>Much higher data rate up to 1Gbps</a:t>
          </a:r>
          <a:endParaRPr lang="en-US"/>
        </a:p>
      </dgm:t>
    </dgm:pt>
    <dgm:pt modelId="{3A445B10-A045-4BE8-A6BD-C2476E65AE8D}" type="parTrans" cxnId="{2DCE4EC8-0382-4969-B57D-876648EC5988}">
      <dgm:prSet/>
      <dgm:spPr/>
      <dgm:t>
        <a:bodyPr/>
        <a:lstStyle/>
        <a:p>
          <a:endParaRPr lang="en-US"/>
        </a:p>
      </dgm:t>
    </dgm:pt>
    <dgm:pt modelId="{4AEA813B-989A-4FBE-902C-239F9FDBE5D9}" type="sibTrans" cxnId="{2DCE4EC8-0382-4969-B57D-876648EC5988}">
      <dgm:prSet/>
      <dgm:spPr/>
      <dgm:t>
        <a:bodyPr/>
        <a:lstStyle/>
        <a:p>
          <a:endParaRPr lang="en-US"/>
        </a:p>
      </dgm:t>
    </dgm:pt>
    <dgm:pt modelId="{A109FF30-EE20-4E09-B78D-DB20F081F7FB}">
      <dgm:prSet/>
      <dgm:spPr/>
      <dgm:t>
        <a:bodyPr/>
        <a:lstStyle/>
        <a:p>
          <a:pPr>
            <a:defRPr cap="all"/>
          </a:pPr>
          <a:r>
            <a:rPr lang="en-US" b="0" i="0"/>
            <a:t>Enhanced security and mobility</a:t>
          </a:r>
          <a:endParaRPr lang="en-US"/>
        </a:p>
      </dgm:t>
    </dgm:pt>
    <dgm:pt modelId="{A3012199-D5D3-4BEB-BBD1-80FA8E442F19}" type="parTrans" cxnId="{191D1E8E-DB8F-4F89-96EA-2D15A2915632}">
      <dgm:prSet/>
      <dgm:spPr/>
      <dgm:t>
        <a:bodyPr/>
        <a:lstStyle/>
        <a:p>
          <a:endParaRPr lang="en-US"/>
        </a:p>
      </dgm:t>
    </dgm:pt>
    <dgm:pt modelId="{3076646F-61B0-4746-BBED-AA228DA0B22F}" type="sibTrans" cxnId="{191D1E8E-DB8F-4F89-96EA-2D15A2915632}">
      <dgm:prSet/>
      <dgm:spPr/>
      <dgm:t>
        <a:bodyPr/>
        <a:lstStyle/>
        <a:p>
          <a:endParaRPr lang="en-US"/>
        </a:p>
      </dgm:t>
    </dgm:pt>
    <dgm:pt modelId="{EE181935-C783-4A72-8069-E51146F96F60}">
      <dgm:prSet/>
      <dgm:spPr/>
      <dgm:t>
        <a:bodyPr/>
        <a:lstStyle/>
        <a:p>
          <a:pPr>
            <a:defRPr cap="all"/>
          </a:pPr>
          <a:r>
            <a:rPr lang="en-US" b="0" i="0"/>
            <a:t>Reduced latency for mission critical applications</a:t>
          </a:r>
          <a:endParaRPr lang="en-US"/>
        </a:p>
      </dgm:t>
    </dgm:pt>
    <dgm:pt modelId="{CC5F4B52-235C-45BE-873A-FD5092CF0670}" type="parTrans" cxnId="{10A3B24F-8202-4C0B-B95E-A6411F52A4F1}">
      <dgm:prSet/>
      <dgm:spPr/>
      <dgm:t>
        <a:bodyPr/>
        <a:lstStyle/>
        <a:p>
          <a:endParaRPr lang="en-US"/>
        </a:p>
      </dgm:t>
    </dgm:pt>
    <dgm:pt modelId="{DB1D0DDF-8252-4E9B-A645-31ABF77BCF21}" type="sibTrans" cxnId="{10A3B24F-8202-4C0B-B95E-A6411F52A4F1}">
      <dgm:prSet/>
      <dgm:spPr/>
      <dgm:t>
        <a:bodyPr/>
        <a:lstStyle/>
        <a:p>
          <a:endParaRPr lang="en-US"/>
        </a:p>
      </dgm:t>
    </dgm:pt>
    <dgm:pt modelId="{474EA9E0-917E-423D-8395-89170B7C16BB}">
      <dgm:prSet/>
      <dgm:spPr/>
      <dgm:t>
        <a:bodyPr/>
        <a:lstStyle/>
        <a:p>
          <a:pPr>
            <a:defRPr cap="all"/>
          </a:pPr>
          <a:r>
            <a:rPr lang="en-US" b="0" i="0"/>
            <a:t>High definition video streaming and gaming</a:t>
          </a:r>
          <a:endParaRPr lang="en-US"/>
        </a:p>
      </dgm:t>
    </dgm:pt>
    <dgm:pt modelId="{0FEB6A6B-BE47-47BF-901A-653C7866DA6D}" type="parTrans" cxnId="{E3BA17C1-87D1-4FC6-B02A-C92504609688}">
      <dgm:prSet/>
      <dgm:spPr/>
      <dgm:t>
        <a:bodyPr/>
        <a:lstStyle/>
        <a:p>
          <a:endParaRPr lang="en-US"/>
        </a:p>
      </dgm:t>
    </dgm:pt>
    <dgm:pt modelId="{F762C6EA-8058-48DC-B464-9739EB842C0C}" type="sibTrans" cxnId="{E3BA17C1-87D1-4FC6-B02A-C92504609688}">
      <dgm:prSet/>
      <dgm:spPr/>
      <dgm:t>
        <a:bodyPr/>
        <a:lstStyle/>
        <a:p>
          <a:endParaRPr lang="en-US"/>
        </a:p>
      </dgm:t>
    </dgm:pt>
    <dgm:pt modelId="{D9523C9A-028B-4EE0-896B-6A4E2D61FB10}">
      <dgm:prSet/>
      <dgm:spPr/>
      <dgm:t>
        <a:bodyPr/>
        <a:lstStyle/>
        <a:p>
          <a:pPr>
            <a:defRPr cap="all"/>
          </a:pPr>
          <a:r>
            <a:rPr lang="en-US" b="0" i="0"/>
            <a:t>Voice over LTE network VoLTE (use IP packets for voice)</a:t>
          </a:r>
          <a:endParaRPr lang="en-US"/>
        </a:p>
      </dgm:t>
    </dgm:pt>
    <dgm:pt modelId="{13664A09-AE8E-4FD8-AF1C-5F70FE26CA37}" type="parTrans" cxnId="{F0D59DBE-9396-4F58-AEB3-F94E0C8B6E81}">
      <dgm:prSet/>
      <dgm:spPr/>
      <dgm:t>
        <a:bodyPr/>
        <a:lstStyle/>
        <a:p>
          <a:endParaRPr lang="en-US"/>
        </a:p>
      </dgm:t>
    </dgm:pt>
    <dgm:pt modelId="{3A5DF687-EDCF-4620-8CF2-D45C4FC55923}" type="sibTrans" cxnId="{F0D59DBE-9396-4F58-AEB3-F94E0C8B6E81}">
      <dgm:prSet/>
      <dgm:spPr/>
      <dgm:t>
        <a:bodyPr/>
        <a:lstStyle/>
        <a:p>
          <a:endParaRPr lang="en-US"/>
        </a:p>
      </dgm:t>
    </dgm:pt>
    <dgm:pt modelId="{EF19AC15-64E7-485E-B9E3-5CE80CCDF091}" type="pres">
      <dgm:prSet presAssocID="{527739BA-155F-40F3-9599-7927B4BDE566}" presName="root" presStyleCnt="0">
        <dgm:presLayoutVars>
          <dgm:dir/>
          <dgm:resizeHandles val="exact"/>
        </dgm:presLayoutVars>
      </dgm:prSet>
      <dgm:spPr/>
    </dgm:pt>
    <dgm:pt modelId="{AB657133-5B5E-4570-B185-8122B84DD8B4}" type="pres">
      <dgm:prSet presAssocID="{D3216123-51B0-43F7-96C4-0F9A60406A77}" presName="compNode" presStyleCnt="0"/>
      <dgm:spPr/>
    </dgm:pt>
    <dgm:pt modelId="{D37A177A-D969-46A7-BC5F-184D89FFB247}" type="pres">
      <dgm:prSet presAssocID="{D3216123-51B0-43F7-96C4-0F9A60406A77}" presName="iconBgRect" presStyleLbl="bgShp" presStyleIdx="0" presStyleCnt="5"/>
      <dgm:spPr/>
    </dgm:pt>
    <dgm:pt modelId="{0D7A6351-61DC-4F35-844B-2A823EDB0AD8}" type="pres">
      <dgm:prSet presAssocID="{D3216123-51B0-43F7-96C4-0F9A60406A7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815A5CF0-6D3F-4FEF-8571-CC585762E84F}" type="pres">
      <dgm:prSet presAssocID="{D3216123-51B0-43F7-96C4-0F9A60406A77}" presName="spaceRect" presStyleCnt="0"/>
      <dgm:spPr/>
    </dgm:pt>
    <dgm:pt modelId="{84879000-F146-4110-A881-C38AB58ED47F}" type="pres">
      <dgm:prSet presAssocID="{D3216123-51B0-43F7-96C4-0F9A60406A77}" presName="textRect" presStyleLbl="revTx" presStyleIdx="0" presStyleCnt="5">
        <dgm:presLayoutVars>
          <dgm:chMax val="1"/>
          <dgm:chPref val="1"/>
        </dgm:presLayoutVars>
      </dgm:prSet>
      <dgm:spPr/>
    </dgm:pt>
    <dgm:pt modelId="{29D64954-FE1D-4BD1-A618-25A82D97C7B9}" type="pres">
      <dgm:prSet presAssocID="{4AEA813B-989A-4FBE-902C-239F9FDBE5D9}" presName="sibTrans" presStyleCnt="0"/>
      <dgm:spPr/>
    </dgm:pt>
    <dgm:pt modelId="{E2F62A72-42E6-4A2F-9638-23FB00397FA8}" type="pres">
      <dgm:prSet presAssocID="{A109FF30-EE20-4E09-B78D-DB20F081F7FB}" presName="compNode" presStyleCnt="0"/>
      <dgm:spPr/>
    </dgm:pt>
    <dgm:pt modelId="{D065733B-D35E-4A83-A6F5-3E9BC471091B}" type="pres">
      <dgm:prSet presAssocID="{A109FF30-EE20-4E09-B78D-DB20F081F7FB}" presName="iconBgRect" presStyleLbl="bgShp" presStyleIdx="1" presStyleCnt="5"/>
      <dgm:spPr/>
    </dgm:pt>
    <dgm:pt modelId="{55BD1866-F52A-4E61-B6B9-4E35822D1933}" type="pres">
      <dgm:prSet presAssocID="{A109FF30-EE20-4E09-B78D-DB20F081F7F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ilitle"/>
        </a:ext>
      </dgm:extLst>
    </dgm:pt>
    <dgm:pt modelId="{C2B1BE21-DA8D-472F-A73A-65891D919DC9}" type="pres">
      <dgm:prSet presAssocID="{A109FF30-EE20-4E09-B78D-DB20F081F7FB}" presName="spaceRect" presStyleCnt="0"/>
      <dgm:spPr/>
    </dgm:pt>
    <dgm:pt modelId="{518744A7-FA05-4BAB-BA9B-CC31B8650331}" type="pres">
      <dgm:prSet presAssocID="{A109FF30-EE20-4E09-B78D-DB20F081F7FB}" presName="textRect" presStyleLbl="revTx" presStyleIdx="1" presStyleCnt="5">
        <dgm:presLayoutVars>
          <dgm:chMax val="1"/>
          <dgm:chPref val="1"/>
        </dgm:presLayoutVars>
      </dgm:prSet>
      <dgm:spPr/>
    </dgm:pt>
    <dgm:pt modelId="{E98B6BC2-E7E5-4303-A5CE-95342BFB5D6D}" type="pres">
      <dgm:prSet presAssocID="{3076646F-61B0-4746-BBED-AA228DA0B22F}" presName="sibTrans" presStyleCnt="0"/>
      <dgm:spPr/>
    </dgm:pt>
    <dgm:pt modelId="{0048D462-B9F5-442A-B86E-CD348A9DC3F4}" type="pres">
      <dgm:prSet presAssocID="{EE181935-C783-4A72-8069-E51146F96F60}" presName="compNode" presStyleCnt="0"/>
      <dgm:spPr/>
    </dgm:pt>
    <dgm:pt modelId="{785F9DB8-778B-4A5A-85CE-16A4F1941B33}" type="pres">
      <dgm:prSet presAssocID="{EE181935-C783-4A72-8069-E51146F96F60}" presName="iconBgRect" presStyleLbl="bgShp" presStyleIdx="2" presStyleCnt="5"/>
      <dgm:spPr/>
    </dgm:pt>
    <dgm:pt modelId="{0D7D734D-1302-481B-80D5-6A90C1BBA44A}" type="pres">
      <dgm:prSet presAssocID="{EE181935-C783-4A72-8069-E51146F96F6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nay işareti"/>
        </a:ext>
      </dgm:extLst>
    </dgm:pt>
    <dgm:pt modelId="{EA35EC95-D737-4275-BE13-D5A49737A6C9}" type="pres">
      <dgm:prSet presAssocID="{EE181935-C783-4A72-8069-E51146F96F60}" presName="spaceRect" presStyleCnt="0"/>
      <dgm:spPr/>
    </dgm:pt>
    <dgm:pt modelId="{6574775D-46F6-4C33-A96D-051C4A836779}" type="pres">
      <dgm:prSet presAssocID="{EE181935-C783-4A72-8069-E51146F96F60}" presName="textRect" presStyleLbl="revTx" presStyleIdx="2" presStyleCnt="5">
        <dgm:presLayoutVars>
          <dgm:chMax val="1"/>
          <dgm:chPref val="1"/>
        </dgm:presLayoutVars>
      </dgm:prSet>
      <dgm:spPr/>
    </dgm:pt>
    <dgm:pt modelId="{9F9EBAE5-D277-4B0A-88D5-3B38B1CB2022}" type="pres">
      <dgm:prSet presAssocID="{DB1D0DDF-8252-4E9B-A645-31ABF77BCF21}" presName="sibTrans" presStyleCnt="0"/>
      <dgm:spPr/>
    </dgm:pt>
    <dgm:pt modelId="{31559999-2DE6-4CFC-A433-87833CE2CB64}" type="pres">
      <dgm:prSet presAssocID="{474EA9E0-917E-423D-8395-89170B7C16BB}" presName="compNode" presStyleCnt="0"/>
      <dgm:spPr/>
    </dgm:pt>
    <dgm:pt modelId="{DA5DF352-38D3-4501-96AC-0679C859CAA5}" type="pres">
      <dgm:prSet presAssocID="{474EA9E0-917E-423D-8395-89170B7C16BB}" presName="iconBgRect" presStyleLbl="bgShp" presStyleIdx="3" presStyleCnt="5"/>
      <dgm:spPr/>
    </dgm:pt>
    <dgm:pt modelId="{8DEC82EF-1074-40F3-88FD-550BF9D4CAC7}" type="pres">
      <dgm:prSet presAssocID="{474EA9E0-917E-423D-8395-89170B7C16B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me controller"/>
        </a:ext>
      </dgm:extLst>
    </dgm:pt>
    <dgm:pt modelId="{609E29CA-2877-4942-B940-DB53B9FB7BC5}" type="pres">
      <dgm:prSet presAssocID="{474EA9E0-917E-423D-8395-89170B7C16BB}" presName="spaceRect" presStyleCnt="0"/>
      <dgm:spPr/>
    </dgm:pt>
    <dgm:pt modelId="{A0A15361-8091-4F53-950E-6D78D1783F35}" type="pres">
      <dgm:prSet presAssocID="{474EA9E0-917E-423D-8395-89170B7C16BB}" presName="textRect" presStyleLbl="revTx" presStyleIdx="3" presStyleCnt="5">
        <dgm:presLayoutVars>
          <dgm:chMax val="1"/>
          <dgm:chPref val="1"/>
        </dgm:presLayoutVars>
      </dgm:prSet>
      <dgm:spPr/>
    </dgm:pt>
    <dgm:pt modelId="{2764786B-B38B-4F3E-8670-95DBCF2129E5}" type="pres">
      <dgm:prSet presAssocID="{F762C6EA-8058-48DC-B464-9739EB842C0C}" presName="sibTrans" presStyleCnt="0"/>
      <dgm:spPr/>
    </dgm:pt>
    <dgm:pt modelId="{7201D547-082A-486D-83FA-AFFA86E80EB0}" type="pres">
      <dgm:prSet presAssocID="{D9523C9A-028B-4EE0-896B-6A4E2D61FB10}" presName="compNode" presStyleCnt="0"/>
      <dgm:spPr/>
    </dgm:pt>
    <dgm:pt modelId="{81DABC1F-F4E9-4338-A006-1272E3A8D71E}" type="pres">
      <dgm:prSet presAssocID="{D9523C9A-028B-4EE0-896B-6A4E2D61FB10}" presName="iconBgRect" presStyleLbl="bgShp" presStyleIdx="4" presStyleCnt="5"/>
      <dgm:spPr/>
    </dgm:pt>
    <dgm:pt modelId="{C161A1AA-547A-45E2-A7CB-4894463FEF6B}" type="pres">
      <dgm:prSet presAssocID="{D9523C9A-028B-4EE0-896B-6A4E2D61FB1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Kablosuz"/>
        </a:ext>
      </dgm:extLst>
    </dgm:pt>
    <dgm:pt modelId="{4B54586A-7D50-46EC-A757-291DC04F36C9}" type="pres">
      <dgm:prSet presAssocID="{D9523C9A-028B-4EE0-896B-6A4E2D61FB10}" presName="spaceRect" presStyleCnt="0"/>
      <dgm:spPr/>
    </dgm:pt>
    <dgm:pt modelId="{26FEB7E4-DD27-41E8-B732-9ADB815A3681}" type="pres">
      <dgm:prSet presAssocID="{D9523C9A-028B-4EE0-896B-6A4E2D61FB10}" presName="textRect" presStyleLbl="revTx" presStyleIdx="4" presStyleCnt="5">
        <dgm:presLayoutVars>
          <dgm:chMax val="1"/>
          <dgm:chPref val="1"/>
        </dgm:presLayoutVars>
      </dgm:prSet>
      <dgm:spPr/>
    </dgm:pt>
  </dgm:ptLst>
  <dgm:cxnLst>
    <dgm:cxn modelId="{53DF2402-7832-4629-8DC5-DD56DA19906B}" type="presOf" srcId="{D9523C9A-028B-4EE0-896B-6A4E2D61FB10}" destId="{26FEB7E4-DD27-41E8-B732-9ADB815A3681}" srcOrd="0" destOrd="0" presId="urn:microsoft.com/office/officeart/2018/5/layout/IconCircleLabelList"/>
    <dgm:cxn modelId="{B129036F-7B14-4DEB-B73E-A50BC53EA801}" type="presOf" srcId="{474EA9E0-917E-423D-8395-89170B7C16BB}" destId="{A0A15361-8091-4F53-950E-6D78D1783F35}" srcOrd="0" destOrd="0" presId="urn:microsoft.com/office/officeart/2018/5/layout/IconCircleLabelList"/>
    <dgm:cxn modelId="{10A3B24F-8202-4C0B-B95E-A6411F52A4F1}" srcId="{527739BA-155F-40F3-9599-7927B4BDE566}" destId="{EE181935-C783-4A72-8069-E51146F96F60}" srcOrd="2" destOrd="0" parTransId="{CC5F4B52-235C-45BE-873A-FD5092CF0670}" sibTransId="{DB1D0DDF-8252-4E9B-A645-31ABF77BCF21}"/>
    <dgm:cxn modelId="{F1BAB989-AD4A-4F15-AC6A-8DF9D2CDBE6D}" type="presOf" srcId="{527739BA-155F-40F3-9599-7927B4BDE566}" destId="{EF19AC15-64E7-485E-B9E3-5CE80CCDF091}" srcOrd="0" destOrd="0" presId="urn:microsoft.com/office/officeart/2018/5/layout/IconCircleLabelList"/>
    <dgm:cxn modelId="{191D1E8E-DB8F-4F89-96EA-2D15A2915632}" srcId="{527739BA-155F-40F3-9599-7927B4BDE566}" destId="{A109FF30-EE20-4E09-B78D-DB20F081F7FB}" srcOrd="1" destOrd="0" parTransId="{A3012199-D5D3-4BEB-BBD1-80FA8E442F19}" sibTransId="{3076646F-61B0-4746-BBED-AA228DA0B22F}"/>
    <dgm:cxn modelId="{35B6CC9F-EBE2-4C5A-8BBD-387702110319}" type="presOf" srcId="{D3216123-51B0-43F7-96C4-0F9A60406A77}" destId="{84879000-F146-4110-A881-C38AB58ED47F}" srcOrd="0" destOrd="0" presId="urn:microsoft.com/office/officeart/2018/5/layout/IconCircleLabelList"/>
    <dgm:cxn modelId="{F0D59DBE-9396-4F58-AEB3-F94E0C8B6E81}" srcId="{527739BA-155F-40F3-9599-7927B4BDE566}" destId="{D9523C9A-028B-4EE0-896B-6A4E2D61FB10}" srcOrd="4" destOrd="0" parTransId="{13664A09-AE8E-4FD8-AF1C-5F70FE26CA37}" sibTransId="{3A5DF687-EDCF-4620-8CF2-D45C4FC55923}"/>
    <dgm:cxn modelId="{E3BA17C1-87D1-4FC6-B02A-C92504609688}" srcId="{527739BA-155F-40F3-9599-7927B4BDE566}" destId="{474EA9E0-917E-423D-8395-89170B7C16BB}" srcOrd="3" destOrd="0" parTransId="{0FEB6A6B-BE47-47BF-901A-653C7866DA6D}" sibTransId="{F762C6EA-8058-48DC-B464-9739EB842C0C}"/>
    <dgm:cxn modelId="{2DCE4EC8-0382-4969-B57D-876648EC5988}" srcId="{527739BA-155F-40F3-9599-7927B4BDE566}" destId="{D3216123-51B0-43F7-96C4-0F9A60406A77}" srcOrd="0" destOrd="0" parTransId="{3A445B10-A045-4BE8-A6BD-C2476E65AE8D}" sibTransId="{4AEA813B-989A-4FBE-902C-239F9FDBE5D9}"/>
    <dgm:cxn modelId="{FE7E92F0-9D1B-4EBA-9EEC-AB2199AAB448}" type="presOf" srcId="{A109FF30-EE20-4E09-B78D-DB20F081F7FB}" destId="{518744A7-FA05-4BAB-BA9B-CC31B8650331}" srcOrd="0" destOrd="0" presId="urn:microsoft.com/office/officeart/2018/5/layout/IconCircleLabelList"/>
    <dgm:cxn modelId="{0E5D82F9-6484-4685-B980-C42D52F4677D}" type="presOf" srcId="{EE181935-C783-4A72-8069-E51146F96F60}" destId="{6574775D-46F6-4C33-A96D-051C4A836779}" srcOrd="0" destOrd="0" presId="urn:microsoft.com/office/officeart/2018/5/layout/IconCircleLabelList"/>
    <dgm:cxn modelId="{DEDA60CA-B5F4-418A-9BF9-91144193DFC5}" type="presParOf" srcId="{EF19AC15-64E7-485E-B9E3-5CE80CCDF091}" destId="{AB657133-5B5E-4570-B185-8122B84DD8B4}" srcOrd="0" destOrd="0" presId="urn:microsoft.com/office/officeart/2018/5/layout/IconCircleLabelList"/>
    <dgm:cxn modelId="{73F5679F-93AB-4E5A-9E96-2AEC31AAFD1F}" type="presParOf" srcId="{AB657133-5B5E-4570-B185-8122B84DD8B4}" destId="{D37A177A-D969-46A7-BC5F-184D89FFB247}" srcOrd="0" destOrd="0" presId="urn:microsoft.com/office/officeart/2018/5/layout/IconCircleLabelList"/>
    <dgm:cxn modelId="{6C91500C-6434-49C6-BE69-564A5B1DA94A}" type="presParOf" srcId="{AB657133-5B5E-4570-B185-8122B84DD8B4}" destId="{0D7A6351-61DC-4F35-844B-2A823EDB0AD8}" srcOrd="1" destOrd="0" presId="urn:microsoft.com/office/officeart/2018/5/layout/IconCircleLabelList"/>
    <dgm:cxn modelId="{50E2DB35-3866-462B-B9E7-969FA7DB6680}" type="presParOf" srcId="{AB657133-5B5E-4570-B185-8122B84DD8B4}" destId="{815A5CF0-6D3F-4FEF-8571-CC585762E84F}" srcOrd="2" destOrd="0" presId="urn:microsoft.com/office/officeart/2018/5/layout/IconCircleLabelList"/>
    <dgm:cxn modelId="{21FD6B8D-989C-4767-A954-ADD9B9458648}" type="presParOf" srcId="{AB657133-5B5E-4570-B185-8122B84DD8B4}" destId="{84879000-F146-4110-A881-C38AB58ED47F}" srcOrd="3" destOrd="0" presId="urn:microsoft.com/office/officeart/2018/5/layout/IconCircleLabelList"/>
    <dgm:cxn modelId="{329A277A-597C-4ACD-AFBE-33997B8AEFFF}" type="presParOf" srcId="{EF19AC15-64E7-485E-B9E3-5CE80CCDF091}" destId="{29D64954-FE1D-4BD1-A618-25A82D97C7B9}" srcOrd="1" destOrd="0" presId="urn:microsoft.com/office/officeart/2018/5/layout/IconCircleLabelList"/>
    <dgm:cxn modelId="{4CA084AB-F802-4B7F-89DA-D7B82131F852}" type="presParOf" srcId="{EF19AC15-64E7-485E-B9E3-5CE80CCDF091}" destId="{E2F62A72-42E6-4A2F-9638-23FB00397FA8}" srcOrd="2" destOrd="0" presId="urn:microsoft.com/office/officeart/2018/5/layout/IconCircleLabelList"/>
    <dgm:cxn modelId="{71A287CD-E4E9-4BD5-8062-839C8437FA88}" type="presParOf" srcId="{E2F62A72-42E6-4A2F-9638-23FB00397FA8}" destId="{D065733B-D35E-4A83-A6F5-3E9BC471091B}" srcOrd="0" destOrd="0" presId="urn:microsoft.com/office/officeart/2018/5/layout/IconCircleLabelList"/>
    <dgm:cxn modelId="{F5D14DBC-E6EC-4CBE-8AC9-169528781FE4}" type="presParOf" srcId="{E2F62A72-42E6-4A2F-9638-23FB00397FA8}" destId="{55BD1866-F52A-4E61-B6B9-4E35822D1933}" srcOrd="1" destOrd="0" presId="urn:microsoft.com/office/officeart/2018/5/layout/IconCircleLabelList"/>
    <dgm:cxn modelId="{AFD769B6-7DA6-4774-971E-774D066D16AB}" type="presParOf" srcId="{E2F62A72-42E6-4A2F-9638-23FB00397FA8}" destId="{C2B1BE21-DA8D-472F-A73A-65891D919DC9}" srcOrd="2" destOrd="0" presId="urn:microsoft.com/office/officeart/2018/5/layout/IconCircleLabelList"/>
    <dgm:cxn modelId="{3EA4C5F7-9B1D-46DE-83EA-0FFA52C79A2C}" type="presParOf" srcId="{E2F62A72-42E6-4A2F-9638-23FB00397FA8}" destId="{518744A7-FA05-4BAB-BA9B-CC31B8650331}" srcOrd="3" destOrd="0" presId="urn:microsoft.com/office/officeart/2018/5/layout/IconCircleLabelList"/>
    <dgm:cxn modelId="{241043C6-67A8-40BD-B5C0-888E93FE3688}" type="presParOf" srcId="{EF19AC15-64E7-485E-B9E3-5CE80CCDF091}" destId="{E98B6BC2-E7E5-4303-A5CE-95342BFB5D6D}" srcOrd="3" destOrd="0" presId="urn:microsoft.com/office/officeart/2018/5/layout/IconCircleLabelList"/>
    <dgm:cxn modelId="{FD99BC74-E374-4896-ACF1-E647EB09DEFE}" type="presParOf" srcId="{EF19AC15-64E7-485E-B9E3-5CE80CCDF091}" destId="{0048D462-B9F5-442A-B86E-CD348A9DC3F4}" srcOrd="4" destOrd="0" presId="urn:microsoft.com/office/officeart/2018/5/layout/IconCircleLabelList"/>
    <dgm:cxn modelId="{DAE94A37-5110-409C-BCF3-E28518500202}" type="presParOf" srcId="{0048D462-B9F5-442A-B86E-CD348A9DC3F4}" destId="{785F9DB8-778B-4A5A-85CE-16A4F1941B33}" srcOrd="0" destOrd="0" presId="urn:microsoft.com/office/officeart/2018/5/layout/IconCircleLabelList"/>
    <dgm:cxn modelId="{D81356FA-0E7B-4508-95E0-4381B047FAFA}" type="presParOf" srcId="{0048D462-B9F5-442A-B86E-CD348A9DC3F4}" destId="{0D7D734D-1302-481B-80D5-6A90C1BBA44A}" srcOrd="1" destOrd="0" presId="urn:microsoft.com/office/officeart/2018/5/layout/IconCircleLabelList"/>
    <dgm:cxn modelId="{A9B667F1-B7B2-45CD-987C-50551C669B58}" type="presParOf" srcId="{0048D462-B9F5-442A-B86E-CD348A9DC3F4}" destId="{EA35EC95-D737-4275-BE13-D5A49737A6C9}" srcOrd="2" destOrd="0" presId="urn:microsoft.com/office/officeart/2018/5/layout/IconCircleLabelList"/>
    <dgm:cxn modelId="{EA69E1AA-D641-4760-97A3-C47C964EE954}" type="presParOf" srcId="{0048D462-B9F5-442A-B86E-CD348A9DC3F4}" destId="{6574775D-46F6-4C33-A96D-051C4A836779}" srcOrd="3" destOrd="0" presId="urn:microsoft.com/office/officeart/2018/5/layout/IconCircleLabelList"/>
    <dgm:cxn modelId="{F80D1735-5BD3-4976-B318-6354CFF2933F}" type="presParOf" srcId="{EF19AC15-64E7-485E-B9E3-5CE80CCDF091}" destId="{9F9EBAE5-D277-4B0A-88D5-3B38B1CB2022}" srcOrd="5" destOrd="0" presId="urn:microsoft.com/office/officeart/2018/5/layout/IconCircleLabelList"/>
    <dgm:cxn modelId="{2C8C936C-E66C-490A-BBB2-2951AC57CA2C}" type="presParOf" srcId="{EF19AC15-64E7-485E-B9E3-5CE80CCDF091}" destId="{31559999-2DE6-4CFC-A433-87833CE2CB64}" srcOrd="6" destOrd="0" presId="urn:microsoft.com/office/officeart/2018/5/layout/IconCircleLabelList"/>
    <dgm:cxn modelId="{CBF4CCFD-1AA1-4270-A4C1-EFD53A9DA0B0}" type="presParOf" srcId="{31559999-2DE6-4CFC-A433-87833CE2CB64}" destId="{DA5DF352-38D3-4501-96AC-0679C859CAA5}" srcOrd="0" destOrd="0" presId="urn:microsoft.com/office/officeart/2018/5/layout/IconCircleLabelList"/>
    <dgm:cxn modelId="{40AC2AC0-9C4C-4505-9630-D3951C2F0DD9}" type="presParOf" srcId="{31559999-2DE6-4CFC-A433-87833CE2CB64}" destId="{8DEC82EF-1074-40F3-88FD-550BF9D4CAC7}" srcOrd="1" destOrd="0" presId="urn:microsoft.com/office/officeart/2018/5/layout/IconCircleLabelList"/>
    <dgm:cxn modelId="{8D54D212-26A7-4405-864E-3F5FB8DBE193}" type="presParOf" srcId="{31559999-2DE6-4CFC-A433-87833CE2CB64}" destId="{609E29CA-2877-4942-B940-DB53B9FB7BC5}" srcOrd="2" destOrd="0" presId="urn:microsoft.com/office/officeart/2018/5/layout/IconCircleLabelList"/>
    <dgm:cxn modelId="{FD1F8C1F-C536-403C-A845-3932C9F41505}" type="presParOf" srcId="{31559999-2DE6-4CFC-A433-87833CE2CB64}" destId="{A0A15361-8091-4F53-950E-6D78D1783F35}" srcOrd="3" destOrd="0" presId="urn:microsoft.com/office/officeart/2018/5/layout/IconCircleLabelList"/>
    <dgm:cxn modelId="{29A87DD9-BCD7-4D51-AC0A-DFEE9328810B}" type="presParOf" srcId="{EF19AC15-64E7-485E-B9E3-5CE80CCDF091}" destId="{2764786B-B38B-4F3E-8670-95DBCF2129E5}" srcOrd="7" destOrd="0" presId="urn:microsoft.com/office/officeart/2018/5/layout/IconCircleLabelList"/>
    <dgm:cxn modelId="{C2767544-6ED9-4811-9774-9DE3FE91992B}" type="presParOf" srcId="{EF19AC15-64E7-485E-B9E3-5CE80CCDF091}" destId="{7201D547-082A-486D-83FA-AFFA86E80EB0}" srcOrd="8" destOrd="0" presId="urn:microsoft.com/office/officeart/2018/5/layout/IconCircleLabelList"/>
    <dgm:cxn modelId="{668F7B1C-3DF7-4602-B66D-AD4D8531D67F}" type="presParOf" srcId="{7201D547-082A-486D-83FA-AFFA86E80EB0}" destId="{81DABC1F-F4E9-4338-A006-1272E3A8D71E}" srcOrd="0" destOrd="0" presId="urn:microsoft.com/office/officeart/2018/5/layout/IconCircleLabelList"/>
    <dgm:cxn modelId="{4E5407D5-A30C-4E64-B6D2-AD5BE9166F52}" type="presParOf" srcId="{7201D547-082A-486D-83FA-AFFA86E80EB0}" destId="{C161A1AA-547A-45E2-A7CB-4894463FEF6B}" srcOrd="1" destOrd="0" presId="urn:microsoft.com/office/officeart/2018/5/layout/IconCircleLabelList"/>
    <dgm:cxn modelId="{3C080DCB-52B2-4ED6-9E85-579D9C6644B5}" type="presParOf" srcId="{7201D547-082A-486D-83FA-AFFA86E80EB0}" destId="{4B54586A-7D50-46EC-A757-291DC04F36C9}" srcOrd="2" destOrd="0" presId="urn:microsoft.com/office/officeart/2018/5/layout/IconCircleLabelList"/>
    <dgm:cxn modelId="{61577033-8F0C-4F35-8674-9EEA03F92F2B}" type="presParOf" srcId="{7201D547-082A-486D-83FA-AFFA86E80EB0}" destId="{26FEB7E4-DD27-41E8-B732-9ADB815A3681}"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434F88C-CB38-4C02-B1DA-F400F02FEB33}"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0060DC07-3878-4AEB-9A97-124619D69099}">
      <dgm:prSet/>
      <dgm:spPr/>
      <dgm:t>
        <a:bodyPr/>
        <a:lstStyle/>
        <a:p>
          <a:r>
            <a:rPr lang="en-US" b="0" i="0"/>
            <a:t>Expensive hardware and infrastructure</a:t>
          </a:r>
          <a:endParaRPr lang="en-US"/>
        </a:p>
      </dgm:t>
    </dgm:pt>
    <dgm:pt modelId="{1EB46BBD-D34E-4908-9858-88DE335B54C2}" type="parTrans" cxnId="{46BF174E-F201-4CB9-A7C7-D8BFC6DDA4A1}">
      <dgm:prSet/>
      <dgm:spPr/>
      <dgm:t>
        <a:bodyPr/>
        <a:lstStyle/>
        <a:p>
          <a:endParaRPr lang="en-US"/>
        </a:p>
      </dgm:t>
    </dgm:pt>
    <dgm:pt modelId="{0EE1A3CA-2E11-4211-B31F-1C5C26E7CFF6}" type="sibTrans" cxnId="{46BF174E-F201-4CB9-A7C7-D8BFC6DDA4A1}">
      <dgm:prSet/>
      <dgm:spPr/>
      <dgm:t>
        <a:bodyPr/>
        <a:lstStyle/>
        <a:p>
          <a:endParaRPr lang="en-US"/>
        </a:p>
      </dgm:t>
    </dgm:pt>
    <dgm:pt modelId="{6803187A-684C-491F-8B43-808EE1837869}">
      <dgm:prSet/>
      <dgm:spPr/>
      <dgm:t>
        <a:bodyPr/>
        <a:lstStyle/>
        <a:p>
          <a:r>
            <a:rPr lang="en-US" b="0" i="0"/>
            <a:t>Costly spectrum (most countries, frequency bands are too expensive)</a:t>
          </a:r>
          <a:endParaRPr lang="en-US"/>
        </a:p>
      </dgm:t>
    </dgm:pt>
    <dgm:pt modelId="{66FF34D3-33FC-4880-8DDA-C32FFF2B9204}" type="parTrans" cxnId="{74042366-BF0B-45FB-A99B-2B651F26EB6B}">
      <dgm:prSet/>
      <dgm:spPr/>
      <dgm:t>
        <a:bodyPr/>
        <a:lstStyle/>
        <a:p>
          <a:endParaRPr lang="en-US"/>
        </a:p>
      </dgm:t>
    </dgm:pt>
    <dgm:pt modelId="{1F061A3C-9E0B-42AF-9AB6-01F9677AADB1}" type="sibTrans" cxnId="{74042366-BF0B-45FB-A99B-2B651F26EB6B}">
      <dgm:prSet/>
      <dgm:spPr/>
      <dgm:t>
        <a:bodyPr/>
        <a:lstStyle/>
        <a:p>
          <a:endParaRPr lang="en-US"/>
        </a:p>
      </dgm:t>
    </dgm:pt>
    <dgm:pt modelId="{5F8EB624-96A1-40BC-982E-11E2F03A2CAB}">
      <dgm:prSet/>
      <dgm:spPr/>
      <dgm:t>
        <a:bodyPr/>
        <a:lstStyle/>
        <a:p>
          <a:r>
            <a:rPr lang="en-US" b="0" i="0"/>
            <a:t>High end mobile devices compatible with 4G technology required, which is costly</a:t>
          </a:r>
          <a:endParaRPr lang="en-US"/>
        </a:p>
      </dgm:t>
    </dgm:pt>
    <dgm:pt modelId="{E70503DF-CB77-4071-82AE-DC0A7C957831}" type="parTrans" cxnId="{71E9C340-78EB-4BFA-8547-76AB3965B75A}">
      <dgm:prSet/>
      <dgm:spPr/>
      <dgm:t>
        <a:bodyPr/>
        <a:lstStyle/>
        <a:p>
          <a:endParaRPr lang="en-US"/>
        </a:p>
      </dgm:t>
    </dgm:pt>
    <dgm:pt modelId="{62045EDE-04FB-4CD8-88D9-57DF6CB002D9}" type="sibTrans" cxnId="{71E9C340-78EB-4BFA-8547-76AB3965B75A}">
      <dgm:prSet/>
      <dgm:spPr/>
      <dgm:t>
        <a:bodyPr/>
        <a:lstStyle/>
        <a:p>
          <a:endParaRPr lang="en-US"/>
        </a:p>
      </dgm:t>
    </dgm:pt>
    <dgm:pt modelId="{9FFEEB4F-CA6F-4607-83EA-2324A33A5A54}">
      <dgm:prSet/>
      <dgm:spPr/>
      <dgm:t>
        <a:bodyPr/>
        <a:lstStyle/>
        <a:p>
          <a:r>
            <a:rPr lang="en-US" b="0" i="0"/>
            <a:t>Wide deployment and upgrade is time consuming</a:t>
          </a:r>
          <a:endParaRPr lang="en-US"/>
        </a:p>
      </dgm:t>
    </dgm:pt>
    <dgm:pt modelId="{BA908C16-4D5B-419A-8726-E8D41E6DFFC6}" type="parTrans" cxnId="{68460D70-A028-45B0-8280-263A5EA12B00}">
      <dgm:prSet/>
      <dgm:spPr/>
      <dgm:t>
        <a:bodyPr/>
        <a:lstStyle/>
        <a:p>
          <a:endParaRPr lang="en-US"/>
        </a:p>
      </dgm:t>
    </dgm:pt>
    <dgm:pt modelId="{FF561A44-532A-499B-9C77-D4D119765457}" type="sibTrans" cxnId="{68460D70-A028-45B0-8280-263A5EA12B00}">
      <dgm:prSet/>
      <dgm:spPr/>
      <dgm:t>
        <a:bodyPr/>
        <a:lstStyle/>
        <a:p>
          <a:endParaRPr lang="en-US"/>
        </a:p>
      </dgm:t>
    </dgm:pt>
    <dgm:pt modelId="{8368DECE-306D-49D4-A0C6-D7B5863A084F}" type="pres">
      <dgm:prSet presAssocID="{C434F88C-CB38-4C02-B1DA-F400F02FEB33}" presName="vert0" presStyleCnt="0">
        <dgm:presLayoutVars>
          <dgm:dir/>
          <dgm:animOne val="branch"/>
          <dgm:animLvl val="lvl"/>
        </dgm:presLayoutVars>
      </dgm:prSet>
      <dgm:spPr/>
    </dgm:pt>
    <dgm:pt modelId="{07BBD3B0-0A2A-4103-96F3-F4FD716E39B8}" type="pres">
      <dgm:prSet presAssocID="{0060DC07-3878-4AEB-9A97-124619D69099}" presName="thickLine" presStyleLbl="alignNode1" presStyleIdx="0" presStyleCnt="4"/>
      <dgm:spPr/>
    </dgm:pt>
    <dgm:pt modelId="{015ABC0C-90DE-43BB-A5E1-6B5EE3AC40CA}" type="pres">
      <dgm:prSet presAssocID="{0060DC07-3878-4AEB-9A97-124619D69099}" presName="horz1" presStyleCnt="0"/>
      <dgm:spPr/>
    </dgm:pt>
    <dgm:pt modelId="{94B9D385-BE1D-49D3-8AA7-12466CAE831D}" type="pres">
      <dgm:prSet presAssocID="{0060DC07-3878-4AEB-9A97-124619D69099}" presName="tx1" presStyleLbl="revTx" presStyleIdx="0" presStyleCnt="4"/>
      <dgm:spPr/>
    </dgm:pt>
    <dgm:pt modelId="{4F369578-A666-4E71-BC99-000728C6B805}" type="pres">
      <dgm:prSet presAssocID="{0060DC07-3878-4AEB-9A97-124619D69099}" presName="vert1" presStyleCnt="0"/>
      <dgm:spPr/>
    </dgm:pt>
    <dgm:pt modelId="{2ED42B4D-A26F-4C2D-BC62-83934441DA9A}" type="pres">
      <dgm:prSet presAssocID="{6803187A-684C-491F-8B43-808EE1837869}" presName="thickLine" presStyleLbl="alignNode1" presStyleIdx="1" presStyleCnt="4"/>
      <dgm:spPr/>
    </dgm:pt>
    <dgm:pt modelId="{CD009651-AA6E-4B6D-A094-27C7C393AEC1}" type="pres">
      <dgm:prSet presAssocID="{6803187A-684C-491F-8B43-808EE1837869}" presName="horz1" presStyleCnt="0"/>
      <dgm:spPr/>
    </dgm:pt>
    <dgm:pt modelId="{F33DFFC8-8345-456C-9DC6-4F483D5D5BFA}" type="pres">
      <dgm:prSet presAssocID="{6803187A-684C-491F-8B43-808EE1837869}" presName="tx1" presStyleLbl="revTx" presStyleIdx="1" presStyleCnt="4"/>
      <dgm:spPr/>
    </dgm:pt>
    <dgm:pt modelId="{EDB3CBED-76A5-4E63-BAA0-F1138258126E}" type="pres">
      <dgm:prSet presAssocID="{6803187A-684C-491F-8B43-808EE1837869}" presName="vert1" presStyleCnt="0"/>
      <dgm:spPr/>
    </dgm:pt>
    <dgm:pt modelId="{8351B976-9B7B-4CCA-B742-77DA54186131}" type="pres">
      <dgm:prSet presAssocID="{5F8EB624-96A1-40BC-982E-11E2F03A2CAB}" presName="thickLine" presStyleLbl="alignNode1" presStyleIdx="2" presStyleCnt="4"/>
      <dgm:spPr/>
    </dgm:pt>
    <dgm:pt modelId="{7FE3E43C-F12E-445E-BCC5-D4638EBC74D7}" type="pres">
      <dgm:prSet presAssocID="{5F8EB624-96A1-40BC-982E-11E2F03A2CAB}" presName="horz1" presStyleCnt="0"/>
      <dgm:spPr/>
    </dgm:pt>
    <dgm:pt modelId="{93130B3C-9091-4BE3-A178-4937C7DBE826}" type="pres">
      <dgm:prSet presAssocID="{5F8EB624-96A1-40BC-982E-11E2F03A2CAB}" presName="tx1" presStyleLbl="revTx" presStyleIdx="2" presStyleCnt="4"/>
      <dgm:spPr/>
    </dgm:pt>
    <dgm:pt modelId="{374802E7-1464-4C47-BCCA-78AF7E133B9B}" type="pres">
      <dgm:prSet presAssocID="{5F8EB624-96A1-40BC-982E-11E2F03A2CAB}" presName="vert1" presStyleCnt="0"/>
      <dgm:spPr/>
    </dgm:pt>
    <dgm:pt modelId="{AF205CA9-29B9-4536-A4EE-B9F96B4F6E08}" type="pres">
      <dgm:prSet presAssocID="{9FFEEB4F-CA6F-4607-83EA-2324A33A5A54}" presName="thickLine" presStyleLbl="alignNode1" presStyleIdx="3" presStyleCnt="4"/>
      <dgm:spPr/>
    </dgm:pt>
    <dgm:pt modelId="{4C6A4AF3-7410-4472-8471-DB31C9B7D404}" type="pres">
      <dgm:prSet presAssocID="{9FFEEB4F-CA6F-4607-83EA-2324A33A5A54}" presName="horz1" presStyleCnt="0"/>
      <dgm:spPr/>
    </dgm:pt>
    <dgm:pt modelId="{9FD98FB2-271F-4A43-9BD2-AAA988459E4B}" type="pres">
      <dgm:prSet presAssocID="{9FFEEB4F-CA6F-4607-83EA-2324A33A5A54}" presName="tx1" presStyleLbl="revTx" presStyleIdx="3" presStyleCnt="4"/>
      <dgm:spPr/>
    </dgm:pt>
    <dgm:pt modelId="{9FAA4AA4-30CB-4E0C-AA14-5C53AB507DFB}" type="pres">
      <dgm:prSet presAssocID="{9FFEEB4F-CA6F-4607-83EA-2324A33A5A54}" presName="vert1" presStyleCnt="0"/>
      <dgm:spPr/>
    </dgm:pt>
  </dgm:ptLst>
  <dgm:cxnLst>
    <dgm:cxn modelId="{BAB25904-7380-4448-B2E6-386BA01E828C}" type="presOf" srcId="{C434F88C-CB38-4C02-B1DA-F400F02FEB33}" destId="{8368DECE-306D-49D4-A0C6-D7B5863A084F}" srcOrd="0" destOrd="0" presId="urn:microsoft.com/office/officeart/2008/layout/LinedList"/>
    <dgm:cxn modelId="{2A4AD33B-8EF3-4789-8A5F-8C82C9144ED2}" type="presOf" srcId="{6803187A-684C-491F-8B43-808EE1837869}" destId="{F33DFFC8-8345-456C-9DC6-4F483D5D5BFA}" srcOrd="0" destOrd="0" presId="urn:microsoft.com/office/officeart/2008/layout/LinedList"/>
    <dgm:cxn modelId="{71E9C340-78EB-4BFA-8547-76AB3965B75A}" srcId="{C434F88C-CB38-4C02-B1DA-F400F02FEB33}" destId="{5F8EB624-96A1-40BC-982E-11E2F03A2CAB}" srcOrd="2" destOrd="0" parTransId="{E70503DF-CB77-4071-82AE-DC0A7C957831}" sibTransId="{62045EDE-04FB-4CD8-88D9-57DF6CB002D9}"/>
    <dgm:cxn modelId="{74042366-BF0B-45FB-A99B-2B651F26EB6B}" srcId="{C434F88C-CB38-4C02-B1DA-F400F02FEB33}" destId="{6803187A-684C-491F-8B43-808EE1837869}" srcOrd="1" destOrd="0" parTransId="{66FF34D3-33FC-4880-8DDA-C32FFF2B9204}" sibTransId="{1F061A3C-9E0B-42AF-9AB6-01F9677AADB1}"/>
    <dgm:cxn modelId="{46BF174E-F201-4CB9-A7C7-D8BFC6DDA4A1}" srcId="{C434F88C-CB38-4C02-B1DA-F400F02FEB33}" destId="{0060DC07-3878-4AEB-9A97-124619D69099}" srcOrd="0" destOrd="0" parTransId="{1EB46BBD-D34E-4908-9858-88DE335B54C2}" sibTransId="{0EE1A3CA-2E11-4211-B31F-1C5C26E7CFF6}"/>
    <dgm:cxn modelId="{68460D70-A028-45B0-8280-263A5EA12B00}" srcId="{C434F88C-CB38-4C02-B1DA-F400F02FEB33}" destId="{9FFEEB4F-CA6F-4607-83EA-2324A33A5A54}" srcOrd="3" destOrd="0" parTransId="{BA908C16-4D5B-419A-8726-E8D41E6DFFC6}" sibTransId="{FF561A44-532A-499B-9C77-D4D119765457}"/>
    <dgm:cxn modelId="{7ECC2C56-3AFB-4E77-B69F-218C43809177}" type="presOf" srcId="{0060DC07-3878-4AEB-9A97-124619D69099}" destId="{94B9D385-BE1D-49D3-8AA7-12466CAE831D}" srcOrd="0" destOrd="0" presId="urn:microsoft.com/office/officeart/2008/layout/LinedList"/>
    <dgm:cxn modelId="{2D2D38A8-195B-4050-B011-6F8C9D740D3F}" type="presOf" srcId="{9FFEEB4F-CA6F-4607-83EA-2324A33A5A54}" destId="{9FD98FB2-271F-4A43-9BD2-AAA988459E4B}" srcOrd="0" destOrd="0" presId="urn:microsoft.com/office/officeart/2008/layout/LinedList"/>
    <dgm:cxn modelId="{A7AB52D6-96CA-4A15-BEE9-4C17C5A0C0DB}" type="presOf" srcId="{5F8EB624-96A1-40BC-982E-11E2F03A2CAB}" destId="{93130B3C-9091-4BE3-A178-4937C7DBE826}" srcOrd="0" destOrd="0" presId="urn:microsoft.com/office/officeart/2008/layout/LinedList"/>
    <dgm:cxn modelId="{6634A3C5-3791-46B6-9C35-4A771DCD59B4}" type="presParOf" srcId="{8368DECE-306D-49D4-A0C6-D7B5863A084F}" destId="{07BBD3B0-0A2A-4103-96F3-F4FD716E39B8}" srcOrd="0" destOrd="0" presId="urn:microsoft.com/office/officeart/2008/layout/LinedList"/>
    <dgm:cxn modelId="{F534DE85-760B-4E0C-9A05-B6A150C0555D}" type="presParOf" srcId="{8368DECE-306D-49D4-A0C6-D7B5863A084F}" destId="{015ABC0C-90DE-43BB-A5E1-6B5EE3AC40CA}" srcOrd="1" destOrd="0" presId="urn:microsoft.com/office/officeart/2008/layout/LinedList"/>
    <dgm:cxn modelId="{A7DAAF94-C7CF-46C4-9BB3-EAFAC24B34A3}" type="presParOf" srcId="{015ABC0C-90DE-43BB-A5E1-6B5EE3AC40CA}" destId="{94B9D385-BE1D-49D3-8AA7-12466CAE831D}" srcOrd="0" destOrd="0" presId="urn:microsoft.com/office/officeart/2008/layout/LinedList"/>
    <dgm:cxn modelId="{AA13268E-F9CE-487D-A81C-AA4932CD8F12}" type="presParOf" srcId="{015ABC0C-90DE-43BB-A5E1-6B5EE3AC40CA}" destId="{4F369578-A666-4E71-BC99-000728C6B805}" srcOrd="1" destOrd="0" presId="urn:microsoft.com/office/officeart/2008/layout/LinedList"/>
    <dgm:cxn modelId="{4C847995-B3F8-4C6A-BEAD-A9270317C8D8}" type="presParOf" srcId="{8368DECE-306D-49D4-A0C6-D7B5863A084F}" destId="{2ED42B4D-A26F-4C2D-BC62-83934441DA9A}" srcOrd="2" destOrd="0" presId="urn:microsoft.com/office/officeart/2008/layout/LinedList"/>
    <dgm:cxn modelId="{76D9D2E0-55D1-4601-B21C-B16F9887F267}" type="presParOf" srcId="{8368DECE-306D-49D4-A0C6-D7B5863A084F}" destId="{CD009651-AA6E-4B6D-A094-27C7C393AEC1}" srcOrd="3" destOrd="0" presId="urn:microsoft.com/office/officeart/2008/layout/LinedList"/>
    <dgm:cxn modelId="{13693DB9-61FF-48B4-AD23-C63EC06D118B}" type="presParOf" srcId="{CD009651-AA6E-4B6D-A094-27C7C393AEC1}" destId="{F33DFFC8-8345-456C-9DC6-4F483D5D5BFA}" srcOrd="0" destOrd="0" presId="urn:microsoft.com/office/officeart/2008/layout/LinedList"/>
    <dgm:cxn modelId="{85244639-0D9C-4585-8CA3-42AB6B27BA65}" type="presParOf" srcId="{CD009651-AA6E-4B6D-A094-27C7C393AEC1}" destId="{EDB3CBED-76A5-4E63-BAA0-F1138258126E}" srcOrd="1" destOrd="0" presId="urn:microsoft.com/office/officeart/2008/layout/LinedList"/>
    <dgm:cxn modelId="{21BBE010-53D3-4F85-8586-5A56ABE165A6}" type="presParOf" srcId="{8368DECE-306D-49D4-A0C6-D7B5863A084F}" destId="{8351B976-9B7B-4CCA-B742-77DA54186131}" srcOrd="4" destOrd="0" presId="urn:microsoft.com/office/officeart/2008/layout/LinedList"/>
    <dgm:cxn modelId="{67BF1CEF-0459-479A-AD84-34F6B98D0B73}" type="presParOf" srcId="{8368DECE-306D-49D4-A0C6-D7B5863A084F}" destId="{7FE3E43C-F12E-445E-BCC5-D4638EBC74D7}" srcOrd="5" destOrd="0" presId="urn:microsoft.com/office/officeart/2008/layout/LinedList"/>
    <dgm:cxn modelId="{AB55FBA1-142A-4B9F-9825-9E1D48D0E5AB}" type="presParOf" srcId="{7FE3E43C-F12E-445E-BCC5-D4638EBC74D7}" destId="{93130B3C-9091-4BE3-A178-4937C7DBE826}" srcOrd="0" destOrd="0" presId="urn:microsoft.com/office/officeart/2008/layout/LinedList"/>
    <dgm:cxn modelId="{C05BA062-902B-4467-8781-70C28BFE44B7}" type="presParOf" srcId="{7FE3E43C-F12E-445E-BCC5-D4638EBC74D7}" destId="{374802E7-1464-4C47-BCCA-78AF7E133B9B}" srcOrd="1" destOrd="0" presId="urn:microsoft.com/office/officeart/2008/layout/LinedList"/>
    <dgm:cxn modelId="{83E7C8A3-1DC4-4F6E-9C44-92893E47F559}" type="presParOf" srcId="{8368DECE-306D-49D4-A0C6-D7B5863A084F}" destId="{AF205CA9-29B9-4536-A4EE-B9F96B4F6E08}" srcOrd="6" destOrd="0" presId="urn:microsoft.com/office/officeart/2008/layout/LinedList"/>
    <dgm:cxn modelId="{C3B81DAB-DE38-4018-A093-2D203CC3D264}" type="presParOf" srcId="{8368DECE-306D-49D4-A0C6-D7B5863A084F}" destId="{4C6A4AF3-7410-4472-8471-DB31C9B7D404}" srcOrd="7" destOrd="0" presId="urn:microsoft.com/office/officeart/2008/layout/LinedList"/>
    <dgm:cxn modelId="{C1640C5C-E075-4A45-948E-D3454D7F497C}" type="presParOf" srcId="{4C6A4AF3-7410-4472-8471-DB31C9B7D404}" destId="{9FD98FB2-271F-4A43-9BD2-AAA988459E4B}" srcOrd="0" destOrd="0" presId="urn:microsoft.com/office/officeart/2008/layout/LinedList"/>
    <dgm:cxn modelId="{7031A625-3B12-4EE0-BE37-840760F0BCE8}" type="presParOf" srcId="{4C6A4AF3-7410-4472-8471-DB31C9B7D404}" destId="{9FAA4AA4-30CB-4E0C-AA14-5C53AB507DF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87D8608-43CD-40E4-A89B-1E1C3E47ABF8}"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789FB854-5289-4A66-95D1-45AF8563A1BF}">
      <dgm:prSet/>
      <dgm:spPr/>
      <dgm:t>
        <a:bodyPr/>
        <a:lstStyle/>
        <a:p>
          <a:pPr>
            <a:defRPr cap="all"/>
          </a:pPr>
          <a:r>
            <a:rPr lang="en-US" b="0" i="0"/>
            <a:t>Ultra fast mobile internet up to 10Gbps</a:t>
          </a:r>
          <a:endParaRPr lang="en-US"/>
        </a:p>
      </dgm:t>
    </dgm:pt>
    <dgm:pt modelId="{CFFDFA14-65FD-4956-845A-207BA58EABB8}" type="parTrans" cxnId="{FD58CADE-359E-4F20-9667-EF9C083A5C54}">
      <dgm:prSet/>
      <dgm:spPr/>
      <dgm:t>
        <a:bodyPr/>
        <a:lstStyle/>
        <a:p>
          <a:endParaRPr lang="en-US"/>
        </a:p>
      </dgm:t>
    </dgm:pt>
    <dgm:pt modelId="{E7C945F7-2C59-40D1-BFFC-66BDFAA2508A}" type="sibTrans" cxnId="{FD58CADE-359E-4F20-9667-EF9C083A5C54}">
      <dgm:prSet/>
      <dgm:spPr/>
      <dgm:t>
        <a:bodyPr/>
        <a:lstStyle/>
        <a:p>
          <a:endParaRPr lang="en-US"/>
        </a:p>
      </dgm:t>
    </dgm:pt>
    <dgm:pt modelId="{10E848C8-61C0-4B55-A034-0A36C5A72319}">
      <dgm:prSet/>
      <dgm:spPr/>
      <dgm:t>
        <a:bodyPr/>
        <a:lstStyle/>
        <a:p>
          <a:pPr>
            <a:defRPr cap="all"/>
          </a:pPr>
          <a:r>
            <a:rPr lang="en-US" b="0" i="0"/>
            <a:t>Low latency in milliseconds (significant for mission critical applications)</a:t>
          </a:r>
          <a:endParaRPr lang="en-US"/>
        </a:p>
      </dgm:t>
    </dgm:pt>
    <dgm:pt modelId="{689F65F1-1582-40FF-8452-E1C2ACFFF5E6}" type="parTrans" cxnId="{D1865559-E41B-414C-84A6-E258A397937C}">
      <dgm:prSet/>
      <dgm:spPr/>
      <dgm:t>
        <a:bodyPr/>
        <a:lstStyle/>
        <a:p>
          <a:endParaRPr lang="en-US"/>
        </a:p>
      </dgm:t>
    </dgm:pt>
    <dgm:pt modelId="{3E9B4BF6-94CA-4FC4-B1D9-7D5BB24C4EA3}" type="sibTrans" cxnId="{D1865559-E41B-414C-84A6-E258A397937C}">
      <dgm:prSet/>
      <dgm:spPr/>
      <dgm:t>
        <a:bodyPr/>
        <a:lstStyle/>
        <a:p>
          <a:endParaRPr lang="en-US"/>
        </a:p>
      </dgm:t>
    </dgm:pt>
    <dgm:pt modelId="{1D1FC067-4446-49DE-9517-E298FD0A5A42}">
      <dgm:prSet/>
      <dgm:spPr/>
      <dgm:t>
        <a:bodyPr/>
        <a:lstStyle/>
        <a:p>
          <a:pPr>
            <a:defRPr cap="all"/>
          </a:pPr>
          <a:r>
            <a:rPr lang="en-US" b="0" i="0"/>
            <a:t>Total cost deduction for data</a:t>
          </a:r>
          <a:endParaRPr lang="en-US"/>
        </a:p>
      </dgm:t>
    </dgm:pt>
    <dgm:pt modelId="{48E839D4-F5B4-4342-974A-70D916CC1E05}" type="parTrans" cxnId="{B2F068D4-6E4F-46AC-9139-A9DFF8C65FD2}">
      <dgm:prSet/>
      <dgm:spPr/>
      <dgm:t>
        <a:bodyPr/>
        <a:lstStyle/>
        <a:p>
          <a:endParaRPr lang="en-US"/>
        </a:p>
      </dgm:t>
    </dgm:pt>
    <dgm:pt modelId="{61AC249C-B82C-4C51-86F9-439996CFDED9}" type="sibTrans" cxnId="{B2F068D4-6E4F-46AC-9139-A9DFF8C65FD2}">
      <dgm:prSet/>
      <dgm:spPr/>
      <dgm:t>
        <a:bodyPr/>
        <a:lstStyle/>
        <a:p>
          <a:endParaRPr lang="en-US"/>
        </a:p>
      </dgm:t>
    </dgm:pt>
    <dgm:pt modelId="{DE834A7A-49D7-4799-BD59-F4ABCFCE8319}">
      <dgm:prSet/>
      <dgm:spPr/>
      <dgm:t>
        <a:bodyPr/>
        <a:lstStyle/>
        <a:p>
          <a:pPr>
            <a:defRPr cap="all"/>
          </a:pPr>
          <a:r>
            <a:rPr lang="en-US" b="0" i="0"/>
            <a:t>Higher security and reliable network</a:t>
          </a:r>
          <a:endParaRPr lang="en-US"/>
        </a:p>
      </dgm:t>
    </dgm:pt>
    <dgm:pt modelId="{24AAF439-F7E4-417F-8D78-B6DE73F584B8}" type="parTrans" cxnId="{A9AF60CB-B738-488D-A8AE-CDE6BFC9FE84}">
      <dgm:prSet/>
      <dgm:spPr/>
      <dgm:t>
        <a:bodyPr/>
        <a:lstStyle/>
        <a:p>
          <a:endParaRPr lang="en-US"/>
        </a:p>
      </dgm:t>
    </dgm:pt>
    <dgm:pt modelId="{3BB733BC-5853-456E-9532-8C452B2DA717}" type="sibTrans" cxnId="{A9AF60CB-B738-488D-A8AE-CDE6BFC9FE84}">
      <dgm:prSet/>
      <dgm:spPr/>
      <dgm:t>
        <a:bodyPr/>
        <a:lstStyle/>
        <a:p>
          <a:endParaRPr lang="en-US"/>
        </a:p>
      </dgm:t>
    </dgm:pt>
    <dgm:pt modelId="{F96FD0C6-7EAB-4FFD-A7AD-F11D4B72A2C2}">
      <dgm:prSet/>
      <dgm:spPr/>
      <dgm:t>
        <a:bodyPr/>
        <a:lstStyle/>
        <a:p>
          <a:pPr>
            <a:defRPr cap="all"/>
          </a:pPr>
          <a:r>
            <a:rPr lang="en-US" b="0" i="0"/>
            <a:t>Uses technologies like small cells, beam forming to improve efficiency</a:t>
          </a:r>
          <a:endParaRPr lang="en-US"/>
        </a:p>
      </dgm:t>
    </dgm:pt>
    <dgm:pt modelId="{26C55393-8888-4EE1-9389-B7E830C02EEA}" type="parTrans" cxnId="{70B2CB78-023C-44FE-852D-B728E0271550}">
      <dgm:prSet/>
      <dgm:spPr/>
      <dgm:t>
        <a:bodyPr/>
        <a:lstStyle/>
        <a:p>
          <a:endParaRPr lang="en-US"/>
        </a:p>
      </dgm:t>
    </dgm:pt>
    <dgm:pt modelId="{B2C699AB-6A40-4284-9182-796EE77501B0}" type="sibTrans" cxnId="{70B2CB78-023C-44FE-852D-B728E0271550}">
      <dgm:prSet/>
      <dgm:spPr/>
      <dgm:t>
        <a:bodyPr/>
        <a:lstStyle/>
        <a:p>
          <a:endParaRPr lang="en-US"/>
        </a:p>
      </dgm:t>
    </dgm:pt>
    <dgm:pt modelId="{C644917C-D6D8-4CF0-BAB4-B13ADD6D970E}">
      <dgm:prSet/>
      <dgm:spPr/>
      <dgm:t>
        <a:bodyPr/>
        <a:lstStyle/>
        <a:p>
          <a:pPr>
            <a:defRPr cap="all"/>
          </a:pPr>
          <a:r>
            <a:rPr lang="en-US" b="0" i="0"/>
            <a:t>Forward compatibility network offers further enhancements in future</a:t>
          </a:r>
          <a:endParaRPr lang="en-US"/>
        </a:p>
      </dgm:t>
    </dgm:pt>
    <dgm:pt modelId="{6DA47DD5-5554-470D-80BE-5C740EBF6812}" type="parTrans" cxnId="{DC5DA1C1-DC51-4F66-919B-B43C615D8431}">
      <dgm:prSet/>
      <dgm:spPr/>
      <dgm:t>
        <a:bodyPr/>
        <a:lstStyle/>
        <a:p>
          <a:endParaRPr lang="en-US"/>
        </a:p>
      </dgm:t>
    </dgm:pt>
    <dgm:pt modelId="{0D2804B9-537B-40A6-A26B-E1E81D056779}" type="sibTrans" cxnId="{DC5DA1C1-DC51-4F66-919B-B43C615D8431}">
      <dgm:prSet/>
      <dgm:spPr/>
      <dgm:t>
        <a:bodyPr/>
        <a:lstStyle/>
        <a:p>
          <a:endParaRPr lang="en-US"/>
        </a:p>
      </dgm:t>
    </dgm:pt>
    <dgm:pt modelId="{49CB04F1-B498-4DDB-A654-1997D35CF5A0}">
      <dgm:prSet/>
      <dgm:spPr/>
      <dgm:t>
        <a:bodyPr/>
        <a:lstStyle/>
        <a:p>
          <a:pPr>
            <a:defRPr cap="all"/>
          </a:pPr>
          <a:r>
            <a:rPr lang="en-US" b="0" i="0"/>
            <a:t>Cloud based infrastructure offers power efficiency, easy maintenance and upgrade of hardware</a:t>
          </a:r>
          <a:endParaRPr lang="en-US"/>
        </a:p>
      </dgm:t>
    </dgm:pt>
    <dgm:pt modelId="{0EF19EF5-77F3-49D2-98A9-7C4C92AC22D8}" type="parTrans" cxnId="{AD352362-9D74-4813-A5FE-2728E3F15923}">
      <dgm:prSet/>
      <dgm:spPr/>
      <dgm:t>
        <a:bodyPr/>
        <a:lstStyle/>
        <a:p>
          <a:endParaRPr lang="en-US"/>
        </a:p>
      </dgm:t>
    </dgm:pt>
    <dgm:pt modelId="{61916B2B-8851-4F48-A183-F1446833EE7F}" type="sibTrans" cxnId="{AD352362-9D74-4813-A5FE-2728E3F15923}">
      <dgm:prSet/>
      <dgm:spPr/>
      <dgm:t>
        <a:bodyPr/>
        <a:lstStyle/>
        <a:p>
          <a:endParaRPr lang="en-US"/>
        </a:p>
      </dgm:t>
    </dgm:pt>
    <dgm:pt modelId="{2EA02E9C-ED94-4FB8-8000-4BF950776FB8}" type="pres">
      <dgm:prSet presAssocID="{A87D8608-43CD-40E4-A89B-1E1C3E47ABF8}" presName="root" presStyleCnt="0">
        <dgm:presLayoutVars>
          <dgm:dir/>
          <dgm:resizeHandles val="exact"/>
        </dgm:presLayoutVars>
      </dgm:prSet>
      <dgm:spPr/>
    </dgm:pt>
    <dgm:pt modelId="{0F6FAEBE-4243-4276-A9D7-715FD8708A9A}" type="pres">
      <dgm:prSet presAssocID="{789FB854-5289-4A66-95D1-45AF8563A1BF}" presName="compNode" presStyleCnt="0"/>
      <dgm:spPr/>
    </dgm:pt>
    <dgm:pt modelId="{5FEE5137-1715-49B3-BD97-C491A3B048D6}" type="pres">
      <dgm:prSet presAssocID="{789FB854-5289-4A66-95D1-45AF8563A1BF}" presName="iconBgRect" presStyleLbl="bgShp" presStyleIdx="0" presStyleCnt="7"/>
      <dgm:spPr>
        <a:prstGeom prst="round2DiagRect">
          <a:avLst>
            <a:gd name="adj1" fmla="val 29727"/>
            <a:gd name="adj2" fmla="val 0"/>
          </a:avLst>
        </a:prstGeom>
      </dgm:spPr>
    </dgm:pt>
    <dgm:pt modelId="{A68D4700-4957-4471-988D-F8CA5EE0C7CC}" type="pres">
      <dgm:prSet presAssocID="{789FB854-5289-4A66-95D1-45AF8563A1BF}"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Fi"/>
        </a:ext>
      </dgm:extLst>
    </dgm:pt>
    <dgm:pt modelId="{1603158B-E664-43AC-AA97-BF164EF347C4}" type="pres">
      <dgm:prSet presAssocID="{789FB854-5289-4A66-95D1-45AF8563A1BF}" presName="spaceRect" presStyleCnt="0"/>
      <dgm:spPr/>
    </dgm:pt>
    <dgm:pt modelId="{8ED109B7-F276-4965-80B8-165199FD83B1}" type="pres">
      <dgm:prSet presAssocID="{789FB854-5289-4A66-95D1-45AF8563A1BF}" presName="textRect" presStyleLbl="revTx" presStyleIdx="0" presStyleCnt="7">
        <dgm:presLayoutVars>
          <dgm:chMax val="1"/>
          <dgm:chPref val="1"/>
        </dgm:presLayoutVars>
      </dgm:prSet>
      <dgm:spPr/>
    </dgm:pt>
    <dgm:pt modelId="{70C2C2E8-EE8C-4B2F-A2A0-1F328EDF4E39}" type="pres">
      <dgm:prSet presAssocID="{E7C945F7-2C59-40D1-BFFC-66BDFAA2508A}" presName="sibTrans" presStyleCnt="0"/>
      <dgm:spPr/>
    </dgm:pt>
    <dgm:pt modelId="{77B4728E-3288-4C10-9210-254F038D4F3C}" type="pres">
      <dgm:prSet presAssocID="{10E848C8-61C0-4B55-A034-0A36C5A72319}" presName="compNode" presStyleCnt="0"/>
      <dgm:spPr/>
    </dgm:pt>
    <dgm:pt modelId="{C866479C-F695-4070-B92F-90064D4FEDD3}" type="pres">
      <dgm:prSet presAssocID="{10E848C8-61C0-4B55-A034-0A36C5A72319}" presName="iconBgRect" presStyleLbl="bgShp" presStyleIdx="1" presStyleCnt="7"/>
      <dgm:spPr>
        <a:prstGeom prst="round2DiagRect">
          <a:avLst>
            <a:gd name="adj1" fmla="val 29727"/>
            <a:gd name="adj2" fmla="val 0"/>
          </a:avLst>
        </a:prstGeom>
      </dgm:spPr>
    </dgm:pt>
    <dgm:pt modelId="{0C24A39C-5BD9-4BD3-ABBE-FEAE602F47AC}" type="pres">
      <dgm:prSet presAssocID="{10E848C8-61C0-4B55-A034-0A36C5A72319}"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gh Voltage"/>
        </a:ext>
      </dgm:extLst>
    </dgm:pt>
    <dgm:pt modelId="{88FE723D-6CEE-4DFC-A16C-40E7D38D04D4}" type="pres">
      <dgm:prSet presAssocID="{10E848C8-61C0-4B55-A034-0A36C5A72319}" presName="spaceRect" presStyleCnt="0"/>
      <dgm:spPr/>
    </dgm:pt>
    <dgm:pt modelId="{CB962B6E-4FF3-42C9-81C4-029BBF97B7AA}" type="pres">
      <dgm:prSet presAssocID="{10E848C8-61C0-4B55-A034-0A36C5A72319}" presName="textRect" presStyleLbl="revTx" presStyleIdx="1" presStyleCnt="7">
        <dgm:presLayoutVars>
          <dgm:chMax val="1"/>
          <dgm:chPref val="1"/>
        </dgm:presLayoutVars>
      </dgm:prSet>
      <dgm:spPr/>
    </dgm:pt>
    <dgm:pt modelId="{1788EF24-503D-4F97-9F38-A1768DDE134D}" type="pres">
      <dgm:prSet presAssocID="{3E9B4BF6-94CA-4FC4-B1D9-7D5BB24C4EA3}" presName="sibTrans" presStyleCnt="0"/>
      <dgm:spPr/>
    </dgm:pt>
    <dgm:pt modelId="{BCB80C79-4F5F-4875-B7C6-E856A31D7E27}" type="pres">
      <dgm:prSet presAssocID="{1D1FC067-4446-49DE-9517-E298FD0A5A42}" presName="compNode" presStyleCnt="0"/>
      <dgm:spPr/>
    </dgm:pt>
    <dgm:pt modelId="{7CA9CDFE-7BA8-4841-8E67-AFB78712037E}" type="pres">
      <dgm:prSet presAssocID="{1D1FC067-4446-49DE-9517-E298FD0A5A42}" presName="iconBgRect" presStyleLbl="bgShp" presStyleIdx="2" presStyleCnt="7"/>
      <dgm:spPr>
        <a:prstGeom prst="round2DiagRect">
          <a:avLst>
            <a:gd name="adj1" fmla="val 29727"/>
            <a:gd name="adj2" fmla="val 0"/>
          </a:avLst>
        </a:prstGeom>
      </dgm:spPr>
    </dgm:pt>
    <dgm:pt modelId="{57702F6B-7E39-4BC8-AA63-90490F995E28}" type="pres">
      <dgm:prSet presAssocID="{1D1FC067-4446-49DE-9517-E298FD0A5A42}"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ra"/>
        </a:ext>
      </dgm:extLst>
    </dgm:pt>
    <dgm:pt modelId="{731C5149-C47E-4ED3-B57D-762ABF5FFA8A}" type="pres">
      <dgm:prSet presAssocID="{1D1FC067-4446-49DE-9517-E298FD0A5A42}" presName="spaceRect" presStyleCnt="0"/>
      <dgm:spPr/>
    </dgm:pt>
    <dgm:pt modelId="{89936995-B19D-4908-BD69-3C34A83AC161}" type="pres">
      <dgm:prSet presAssocID="{1D1FC067-4446-49DE-9517-E298FD0A5A42}" presName="textRect" presStyleLbl="revTx" presStyleIdx="2" presStyleCnt="7">
        <dgm:presLayoutVars>
          <dgm:chMax val="1"/>
          <dgm:chPref val="1"/>
        </dgm:presLayoutVars>
      </dgm:prSet>
      <dgm:spPr/>
    </dgm:pt>
    <dgm:pt modelId="{15B5AB43-8981-4576-92B3-00238A31D7DE}" type="pres">
      <dgm:prSet presAssocID="{61AC249C-B82C-4C51-86F9-439996CFDED9}" presName="sibTrans" presStyleCnt="0"/>
      <dgm:spPr/>
    </dgm:pt>
    <dgm:pt modelId="{8C8606E3-2900-45C7-A689-653FBDA27D04}" type="pres">
      <dgm:prSet presAssocID="{DE834A7A-49D7-4799-BD59-F4ABCFCE8319}" presName="compNode" presStyleCnt="0"/>
      <dgm:spPr/>
    </dgm:pt>
    <dgm:pt modelId="{362C7A17-A3AF-4BE7-9C43-F6D4867B686D}" type="pres">
      <dgm:prSet presAssocID="{DE834A7A-49D7-4799-BD59-F4ABCFCE8319}" presName="iconBgRect" presStyleLbl="bgShp" presStyleIdx="3" presStyleCnt="7"/>
      <dgm:spPr>
        <a:prstGeom prst="round2DiagRect">
          <a:avLst>
            <a:gd name="adj1" fmla="val 29727"/>
            <a:gd name="adj2" fmla="val 0"/>
          </a:avLst>
        </a:prstGeom>
      </dgm:spPr>
    </dgm:pt>
    <dgm:pt modelId="{A043979D-8DAF-4E14-93CF-42CA4A3B057A}" type="pres">
      <dgm:prSet presAssocID="{DE834A7A-49D7-4799-BD59-F4ABCFCE8319}"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Kilitle"/>
        </a:ext>
      </dgm:extLst>
    </dgm:pt>
    <dgm:pt modelId="{EC867005-277C-4F77-BEE8-33BC1D679A66}" type="pres">
      <dgm:prSet presAssocID="{DE834A7A-49D7-4799-BD59-F4ABCFCE8319}" presName="spaceRect" presStyleCnt="0"/>
      <dgm:spPr/>
    </dgm:pt>
    <dgm:pt modelId="{075B3638-55A7-4044-8B9D-7DDDC3C0962A}" type="pres">
      <dgm:prSet presAssocID="{DE834A7A-49D7-4799-BD59-F4ABCFCE8319}" presName="textRect" presStyleLbl="revTx" presStyleIdx="3" presStyleCnt="7">
        <dgm:presLayoutVars>
          <dgm:chMax val="1"/>
          <dgm:chPref val="1"/>
        </dgm:presLayoutVars>
      </dgm:prSet>
      <dgm:spPr/>
    </dgm:pt>
    <dgm:pt modelId="{B6F1B097-CBC4-4628-A966-B2BCD312CA9E}" type="pres">
      <dgm:prSet presAssocID="{3BB733BC-5853-456E-9532-8C452B2DA717}" presName="sibTrans" presStyleCnt="0"/>
      <dgm:spPr/>
    </dgm:pt>
    <dgm:pt modelId="{3CCBB5E5-412A-4EEF-9E1C-02B5F9A4F391}" type="pres">
      <dgm:prSet presAssocID="{F96FD0C6-7EAB-4FFD-A7AD-F11D4B72A2C2}" presName="compNode" presStyleCnt="0"/>
      <dgm:spPr/>
    </dgm:pt>
    <dgm:pt modelId="{A2C0EFC3-7016-45E9-B23A-D9B559D083D0}" type="pres">
      <dgm:prSet presAssocID="{F96FD0C6-7EAB-4FFD-A7AD-F11D4B72A2C2}" presName="iconBgRect" presStyleLbl="bgShp" presStyleIdx="4" presStyleCnt="7"/>
      <dgm:spPr>
        <a:prstGeom prst="round2DiagRect">
          <a:avLst>
            <a:gd name="adj1" fmla="val 29727"/>
            <a:gd name="adj2" fmla="val 0"/>
          </a:avLst>
        </a:prstGeom>
      </dgm:spPr>
    </dgm:pt>
    <dgm:pt modelId="{7B1A1355-803F-4027-AEAB-4C4C7E2F49C3}" type="pres">
      <dgm:prSet presAssocID="{F96FD0C6-7EAB-4FFD-A7AD-F11D4B72A2C2}"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ikroskop"/>
        </a:ext>
      </dgm:extLst>
    </dgm:pt>
    <dgm:pt modelId="{2443A21A-E904-42FA-9FEA-C1F6C67ADF27}" type="pres">
      <dgm:prSet presAssocID="{F96FD0C6-7EAB-4FFD-A7AD-F11D4B72A2C2}" presName="spaceRect" presStyleCnt="0"/>
      <dgm:spPr/>
    </dgm:pt>
    <dgm:pt modelId="{97B9B262-45DA-4636-8D8D-B16956FFE9D8}" type="pres">
      <dgm:prSet presAssocID="{F96FD0C6-7EAB-4FFD-A7AD-F11D4B72A2C2}" presName="textRect" presStyleLbl="revTx" presStyleIdx="4" presStyleCnt="7">
        <dgm:presLayoutVars>
          <dgm:chMax val="1"/>
          <dgm:chPref val="1"/>
        </dgm:presLayoutVars>
      </dgm:prSet>
      <dgm:spPr/>
    </dgm:pt>
    <dgm:pt modelId="{0D6E961F-10A6-4712-9072-C8060085721D}" type="pres">
      <dgm:prSet presAssocID="{B2C699AB-6A40-4284-9182-796EE77501B0}" presName="sibTrans" presStyleCnt="0"/>
      <dgm:spPr/>
    </dgm:pt>
    <dgm:pt modelId="{2A2F30D8-FF3A-44BB-8A6F-DFA7380AB802}" type="pres">
      <dgm:prSet presAssocID="{C644917C-D6D8-4CF0-BAB4-B13ADD6D970E}" presName="compNode" presStyleCnt="0"/>
      <dgm:spPr/>
    </dgm:pt>
    <dgm:pt modelId="{49DA9D51-151D-402E-86D8-4AED183DCAC1}" type="pres">
      <dgm:prSet presAssocID="{C644917C-D6D8-4CF0-BAB4-B13ADD6D970E}" presName="iconBgRect" presStyleLbl="bgShp" presStyleIdx="5" presStyleCnt="7"/>
      <dgm:spPr>
        <a:prstGeom prst="round2DiagRect">
          <a:avLst>
            <a:gd name="adj1" fmla="val 29727"/>
            <a:gd name="adj2" fmla="val 0"/>
          </a:avLst>
        </a:prstGeom>
      </dgm:spPr>
    </dgm:pt>
    <dgm:pt modelId="{F884F648-53AF-473E-B0D9-2D3F27D4A247}" type="pres">
      <dgm:prSet presAssocID="{C644917C-D6D8-4CF0-BAB4-B13ADD6D970E}"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Onay işareti"/>
        </a:ext>
      </dgm:extLst>
    </dgm:pt>
    <dgm:pt modelId="{56E63F2F-2CDA-403B-95A3-5ACCCE562B1F}" type="pres">
      <dgm:prSet presAssocID="{C644917C-D6D8-4CF0-BAB4-B13ADD6D970E}" presName="spaceRect" presStyleCnt="0"/>
      <dgm:spPr/>
    </dgm:pt>
    <dgm:pt modelId="{4E453BA6-EAD8-4FD0-BEF7-F5C6A22674FF}" type="pres">
      <dgm:prSet presAssocID="{C644917C-D6D8-4CF0-BAB4-B13ADD6D970E}" presName="textRect" presStyleLbl="revTx" presStyleIdx="5" presStyleCnt="7">
        <dgm:presLayoutVars>
          <dgm:chMax val="1"/>
          <dgm:chPref val="1"/>
        </dgm:presLayoutVars>
      </dgm:prSet>
      <dgm:spPr/>
    </dgm:pt>
    <dgm:pt modelId="{11F4D303-4B22-4EAC-B4F2-ECDC68F3F31C}" type="pres">
      <dgm:prSet presAssocID="{0D2804B9-537B-40A6-A26B-E1E81D056779}" presName="sibTrans" presStyleCnt="0"/>
      <dgm:spPr/>
    </dgm:pt>
    <dgm:pt modelId="{173B3441-D315-4E35-9D1F-2C5D0250EC76}" type="pres">
      <dgm:prSet presAssocID="{49CB04F1-B498-4DDB-A654-1997D35CF5A0}" presName="compNode" presStyleCnt="0"/>
      <dgm:spPr/>
    </dgm:pt>
    <dgm:pt modelId="{B2AA6B61-A187-4E64-8E0A-30661B78C970}" type="pres">
      <dgm:prSet presAssocID="{49CB04F1-B498-4DDB-A654-1997D35CF5A0}" presName="iconBgRect" presStyleLbl="bgShp" presStyleIdx="6" presStyleCnt="7"/>
      <dgm:spPr>
        <a:prstGeom prst="round2DiagRect">
          <a:avLst>
            <a:gd name="adj1" fmla="val 29727"/>
            <a:gd name="adj2" fmla="val 0"/>
          </a:avLst>
        </a:prstGeom>
      </dgm:spPr>
    </dgm:pt>
    <dgm:pt modelId="{C7083A05-E8B6-4E3F-99F1-7C5BAFE4FD97}" type="pres">
      <dgm:prSet presAssocID="{49CB04F1-B498-4DDB-A654-1997D35CF5A0}"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Syncing Cloud"/>
        </a:ext>
      </dgm:extLst>
    </dgm:pt>
    <dgm:pt modelId="{CE26F9F5-4E33-424F-9039-43FDB6445AE9}" type="pres">
      <dgm:prSet presAssocID="{49CB04F1-B498-4DDB-A654-1997D35CF5A0}" presName="spaceRect" presStyleCnt="0"/>
      <dgm:spPr/>
    </dgm:pt>
    <dgm:pt modelId="{7DBC2CC3-D9D1-471A-82DF-13F4A4064E29}" type="pres">
      <dgm:prSet presAssocID="{49CB04F1-B498-4DDB-A654-1997D35CF5A0}" presName="textRect" presStyleLbl="revTx" presStyleIdx="6" presStyleCnt="7">
        <dgm:presLayoutVars>
          <dgm:chMax val="1"/>
          <dgm:chPref val="1"/>
        </dgm:presLayoutVars>
      </dgm:prSet>
      <dgm:spPr/>
    </dgm:pt>
  </dgm:ptLst>
  <dgm:cxnLst>
    <dgm:cxn modelId="{80D1C72B-0941-4451-B00B-ABC6F171ED80}" type="presOf" srcId="{789FB854-5289-4A66-95D1-45AF8563A1BF}" destId="{8ED109B7-F276-4965-80B8-165199FD83B1}" srcOrd="0" destOrd="0" presId="urn:microsoft.com/office/officeart/2018/5/layout/IconLeafLabelList"/>
    <dgm:cxn modelId="{AD352362-9D74-4813-A5FE-2728E3F15923}" srcId="{A87D8608-43CD-40E4-A89B-1E1C3E47ABF8}" destId="{49CB04F1-B498-4DDB-A654-1997D35CF5A0}" srcOrd="6" destOrd="0" parTransId="{0EF19EF5-77F3-49D2-98A9-7C4C92AC22D8}" sibTransId="{61916B2B-8851-4F48-A183-F1446833EE7F}"/>
    <dgm:cxn modelId="{1253B14D-848B-4D73-B43F-77483ADB51E7}" type="presOf" srcId="{49CB04F1-B498-4DDB-A654-1997D35CF5A0}" destId="{7DBC2CC3-D9D1-471A-82DF-13F4A4064E29}" srcOrd="0" destOrd="0" presId="urn:microsoft.com/office/officeart/2018/5/layout/IconLeafLabelList"/>
    <dgm:cxn modelId="{FC17BF72-C89A-44ED-B48B-43D8C927BF8D}" type="presOf" srcId="{C644917C-D6D8-4CF0-BAB4-B13ADD6D970E}" destId="{4E453BA6-EAD8-4FD0-BEF7-F5C6A22674FF}" srcOrd="0" destOrd="0" presId="urn:microsoft.com/office/officeart/2018/5/layout/IconLeafLabelList"/>
    <dgm:cxn modelId="{70B2CB78-023C-44FE-852D-B728E0271550}" srcId="{A87D8608-43CD-40E4-A89B-1E1C3E47ABF8}" destId="{F96FD0C6-7EAB-4FFD-A7AD-F11D4B72A2C2}" srcOrd="4" destOrd="0" parTransId="{26C55393-8888-4EE1-9389-B7E830C02EEA}" sibTransId="{B2C699AB-6A40-4284-9182-796EE77501B0}"/>
    <dgm:cxn modelId="{D1865559-E41B-414C-84A6-E258A397937C}" srcId="{A87D8608-43CD-40E4-A89B-1E1C3E47ABF8}" destId="{10E848C8-61C0-4B55-A034-0A36C5A72319}" srcOrd="1" destOrd="0" parTransId="{689F65F1-1582-40FF-8452-E1C2ACFFF5E6}" sibTransId="{3E9B4BF6-94CA-4FC4-B1D9-7D5BB24C4EA3}"/>
    <dgm:cxn modelId="{C214258C-F99D-4FB6-82DD-E32339A67FC3}" type="presOf" srcId="{DE834A7A-49D7-4799-BD59-F4ABCFCE8319}" destId="{075B3638-55A7-4044-8B9D-7DDDC3C0962A}" srcOrd="0" destOrd="0" presId="urn:microsoft.com/office/officeart/2018/5/layout/IconLeafLabelList"/>
    <dgm:cxn modelId="{DC5DA1C1-DC51-4F66-919B-B43C615D8431}" srcId="{A87D8608-43CD-40E4-A89B-1E1C3E47ABF8}" destId="{C644917C-D6D8-4CF0-BAB4-B13ADD6D970E}" srcOrd="5" destOrd="0" parTransId="{6DA47DD5-5554-470D-80BE-5C740EBF6812}" sibTransId="{0D2804B9-537B-40A6-A26B-E1E81D056779}"/>
    <dgm:cxn modelId="{70BEB8C7-942C-45BC-8F8C-EFF903407FAA}" type="presOf" srcId="{1D1FC067-4446-49DE-9517-E298FD0A5A42}" destId="{89936995-B19D-4908-BD69-3C34A83AC161}" srcOrd="0" destOrd="0" presId="urn:microsoft.com/office/officeart/2018/5/layout/IconLeafLabelList"/>
    <dgm:cxn modelId="{A9AF60CB-B738-488D-A8AE-CDE6BFC9FE84}" srcId="{A87D8608-43CD-40E4-A89B-1E1C3E47ABF8}" destId="{DE834A7A-49D7-4799-BD59-F4ABCFCE8319}" srcOrd="3" destOrd="0" parTransId="{24AAF439-F7E4-417F-8D78-B6DE73F584B8}" sibTransId="{3BB733BC-5853-456E-9532-8C452B2DA717}"/>
    <dgm:cxn modelId="{0E019ECE-EE62-4781-8926-2981153692DE}" type="presOf" srcId="{10E848C8-61C0-4B55-A034-0A36C5A72319}" destId="{CB962B6E-4FF3-42C9-81C4-029BBF97B7AA}" srcOrd="0" destOrd="0" presId="urn:microsoft.com/office/officeart/2018/5/layout/IconLeafLabelList"/>
    <dgm:cxn modelId="{B2F068D4-6E4F-46AC-9139-A9DFF8C65FD2}" srcId="{A87D8608-43CD-40E4-A89B-1E1C3E47ABF8}" destId="{1D1FC067-4446-49DE-9517-E298FD0A5A42}" srcOrd="2" destOrd="0" parTransId="{48E839D4-F5B4-4342-974A-70D916CC1E05}" sibTransId="{61AC249C-B82C-4C51-86F9-439996CFDED9}"/>
    <dgm:cxn modelId="{FD58CADE-359E-4F20-9667-EF9C083A5C54}" srcId="{A87D8608-43CD-40E4-A89B-1E1C3E47ABF8}" destId="{789FB854-5289-4A66-95D1-45AF8563A1BF}" srcOrd="0" destOrd="0" parTransId="{CFFDFA14-65FD-4956-845A-207BA58EABB8}" sibTransId="{E7C945F7-2C59-40D1-BFFC-66BDFAA2508A}"/>
    <dgm:cxn modelId="{26C1C3EF-6E23-4B9D-9B7B-01B52C633E09}" type="presOf" srcId="{F96FD0C6-7EAB-4FFD-A7AD-F11D4B72A2C2}" destId="{97B9B262-45DA-4636-8D8D-B16956FFE9D8}" srcOrd="0" destOrd="0" presId="urn:microsoft.com/office/officeart/2018/5/layout/IconLeafLabelList"/>
    <dgm:cxn modelId="{945D89FA-55D5-47F1-8DED-0DAB92588107}" type="presOf" srcId="{A87D8608-43CD-40E4-A89B-1E1C3E47ABF8}" destId="{2EA02E9C-ED94-4FB8-8000-4BF950776FB8}" srcOrd="0" destOrd="0" presId="urn:microsoft.com/office/officeart/2018/5/layout/IconLeafLabelList"/>
    <dgm:cxn modelId="{464B4F5A-5C62-497F-ABCA-967C83300B97}" type="presParOf" srcId="{2EA02E9C-ED94-4FB8-8000-4BF950776FB8}" destId="{0F6FAEBE-4243-4276-A9D7-715FD8708A9A}" srcOrd="0" destOrd="0" presId="urn:microsoft.com/office/officeart/2018/5/layout/IconLeafLabelList"/>
    <dgm:cxn modelId="{1D73212E-CFB1-4FBE-AAC6-0B0EF0E58C86}" type="presParOf" srcId="{0F6FAEBE-4243-4276-A9D7-715FD8708A9A}" destId="{5FEE5137-1715-49B3-BD97-C491A3B048D6}" srcOrd="0" destOrd="0" presId="urn:microsoft.com/office/officeart/2018/5/layout/IconLeafLabelList"/>
    <dgm:cxn modelId="{E5296E3B-BDE4-40BA-A1A1-6CDC8C3F39DC}" type="presParOf" srcId="{0F6FAEBE-4243-4276-A9D7-715FD8708A9A}" destId="{A68D4700-4957-4471-988D-F8CA5EE0C7CC}" srcOrd="1" destOrd="0" presId="urn:microsoft.com/office/officeart/2018/5/layout/IconLeafLabelList"/>
    <dgm:cxn modelId="{65491A92-C942-4720-9637-56DDBFEEE318}" type="presParOf" srcId="{0F6FAEBE-4243-4276-A9D7-715FD8708A9A}" destId="{1603158B-E664-43AC-AA97-BF164EF347C4}" srcOrd="2" destOrd="0" presId="urn:microsoft.com/office/officeart/2018/5/layout/IconLeafLabelList"/>
    <dgm:cxn modelId="{CA83DFE3-6B25-4CF5-A812-20EFFC251F9F}" type="presParOf" srcId="{0F6FAEBE-4243-4276-A9D7-715FD8708A9A}" destId="{8ED109B7-F276-4965-80B8-165199FD83B1}" srcOrd="3" destOrd="0" presId="urn:microsoft.com/office/officeart/2018/5/layout/IconLeafLabelList"/>
    <dgm:cxn modelId="{132F41F9-5812-49C7-B8BD-C1597238B866}" type="presParOf" srcId="{2EA02E9C-ED94-4FB8-8000-4BF950776FB8}" destId="{70C2C2E8-EE8C-4B2F-A2A0-1F328EDF4E39}" srcOrd="1" destOrd="0" presId="urn:microsoft.com/office/officeart/2018/5/layout/IconLeafLabelList"/>
    <dgm:cxn modelId="{7EAA3118-6B68-4112-8E4C-7030FDEE02F2}" type="presParOf" srcId="{2EA02E9C-ED94-4FB8-8000-4BF950776FB8}" destId="{77B4728E-3288-4C10-9210-254F038D4F3C}" srcOrd="2" destOrd="0" presId="urn:microsoft.com/office/officeart/2018/5/layout/IconLeafLabelList"/>
    <dgm:cxn modelId="{9C8572BD-446B-4090-B6A7-9EA1840D8B7B}" type="presParOf" srcId="{77B4728E-3288-4C10-9210-254F038D4F3C}" destId="{C866479C-F695-4070-B92F-90064D4FEDD3}" srcOrd="0" destOrd="0" presId="urn:microsoft.com/office/officeart/2018/5/layout/IconLeafLabelList"/>
    <dgm:cxn modelId="{2E71BE32-C1D5-4628-BE29-F1C072CFDBD2}" type="presParOf" srcId="{77B4728E-3288-4C10-9210-254F038D4F3C}" destId="{0C24A39C-5BD9-4BD3-ABBE-FEAE602F47AC}" srcOrd="1" destOrd="0" presId="urn:microsoft.com/office/officeart/2018/5/layout/IconLeafLabelList"/>
    <dgm:cxn modelId="{A1E35872-28DB-4370-A636-A437857D9AAD}" type="presParOf" srcId="{77B4728E-3288-4C10-9210-254F038D4F3C}" destId="{88FE723D-6CEE-4DFC-A16C-40E7D38D04D4}" srcOrd="2" destOrd="0" presId="urn:microsoft.com/office/officeart/2018/5/layout/IconLeafLabelList"/>
    <dgm:cxn modelId="{EC57C309-E102-435A-AB11-A393B27B7A6E}" type="presParOf" srcId="{77B4728E-3288-4C10-9210-254F038D4F3C}" destId="{CB962B6E-4FF3-42C9-81C4-029BBF97B7AA}" srcOrd="3" destOrd="0" presId="urn:microsoft.com/office/officeart/2018/5/layout/IconLeafLabelList"/>
    <dgm:cxn modelId="{D08F5395-0750-4493-9731-08B14D1C5BF9}" type="presParOf" srcId="{2EA02E9C-ED94-4FB8-8000-4BF950776FB8}" destId="{1788EF24-503D-4F97-9F38-A1768DDE134D}" srcOrd="3" destOrd="0" presId="urn:microsoft.com/office/officeart/2018/5/layout/IconLeafLabelList"/>
    <dgm:cxn modelId="{36C2D884-086F-40E9-B6EA-F6D8526EB6B6}" type="presParOf" srcId="{2EA02E9C-ED94-4FB8-8000-4BF950776FB8}" destId="{BCB80C79-4F5F-4875-B7C6-E856A31D7E27}" srcOrd="4" destOrd="0" presId="urn:microsoft.com/office/officeart/2018/5/layout/IconLeafLabelList"/>
    <dgm:cxn modelId="{829045F7-72E9-48FE-8FBC-526D0ECE4E7F}" type="presParOf" srcId="{BCB80C79-4F5F-4875-B7C6-E856A31D7E27}" destId="{7CA9CDFE-7BA8-4841-8E67-AFB78712037E}" srcOrd="0" destOrd="0" presId="urn:microsoft.com/office/officeart/2018/5/layout/IconLeafLabelList"/>
    <dgm:cxn modelId="{8DD9F993-6ADB-4053-BA7A-9AA52BACFD73}" type="presParOf" srcId="{BCB80C79-4F5F-4875-B7C6-E856A31D7E27}" destId="{57702F6B-7E39-4BC8-AA63-90490F995E28}" srcOrd="1" destOrd="0" presId="urn:microsoft.com/office/officeart/2018/5/layout/IconLeafLabelList"/>
    <dgm:cxn modelId="{A4970F20-E9CA-4C1A-A720-69C75D6C84E5}" type="presParOf" srcId="{BCB80C79-4F5F-4875-B7C6-E856A31D7E27}" destId="{731C5149-C47E-4ED3-B57D-762ABF5FFA8A}" srcOrd="2" destOrd="0" presId="urn:microsoft.com/office/officeart/2018/5/layout/IconLeafLabelList"/>
    <dgm:cxn modelId="{691F43FC-3454-4E4C-9B34-FB959BEE5F62}" type="presParOf" srcId="{BCB80C79-4F5F-4875-B7C6-E856A31D7E27}" destId="{89936995-B19D-4908-BD69-3C34A83AC161}" srcOrd="3" destOrd="0" presId="urn:microsoft.com/office/officeart/2018/5/layout/IconLeafLabelList"/>
    <dgm:cxn modelId="{646BA518-0909-4558-901E-6B065986124A}" type="presParOf" srcId="{2EA02E9C-ED94-4FB8-8000-4BF950776FB8}" destId="{15B5AB43-8981-4576-92B3-00238A31D7DE}" srcOrd="5" destOrd="0" presId="urn:microsoft.com/office/officeart/2018/5/layout/IconLeafLabelList"/>
    <dgm:cxn modelId="{F131B8E3-A4CC-4A8A-B50D-55581EF14806}" type="presParOf" srcId="{2EA02E9C-ED94-4FB8-8000-4BF950776FB8}" destId="{8C8606E3-2900-45C7-A689-653FBDA27D04}" srcOrd="6" destOrd="0" presId="urn:microsoft.com/office/officeart/2018/5/layout/IconLeafLabelList"/>
    <dgm:cxn modelId="{BA5BC3B3-A4B3-413C-87C4-C2204CA1EF8E}" type="presParOf" srcId="{8C8606E3-2900-45C7-A689-653FBDA27D04}" destId="{362C7A17-A3AF-4BE7-9C43-F6D4867B686D}" srcOrd="0" destOrd="0" presId="urn:microsoft.com/office/officeart/2018/5/layout/IconLeafLabelList"/>
    <dgm:cxn modelId="{81D57DF6-8D45-4F06-A340-12A056BFD202}" type="presParOf" srcId="{8C8606E3-2900-45C7-A689-653FBDA27D04}" destId="{A043979D-8DAF-4E14-93CF-42CA4A3B057A}" srcOrd="1" destOrd="0" presId="urn:microsoft.com/office/officeart/2018/5/layout/IconLeafLabelList"/>
    <dgm:cxn modelId="{1D811BF2-1E3C-4143-BC5D-C334F419940B}" type="presParOf" srcId="{8C8606E3-2900-45C7-A689-653FBDA27D04}" destId="{EC867005-277C-4F77-BEE8-33BC1D679A66}" srcOrd="2" destOrd="0" presId="urn:microsoft.com/office/officeart/2018/5/layout/IconLeafLabelList"/>
    <dgm:cxn modelId="{39DCE074-C9D5-4D17-BEBC-A7C6F1BB71D1}" type="presParOf" srcId="{8C8606E3-2900-45C7-A689-653FBDA27D04}" destId="{075B3638-55A7-4044-8B9D-7DDDC3C0962A}" srcOrd="3" destOrd="0" presId="urn:microsoft.com/office/officeart/2018/5/layout/IconLeafLabelList"/>
    <dgm:cxn modelId="{981463E4-B193-4D93-8BBD-F1A85C2AFC0B}" type="presParOf" srcId="{2EA02E9C-ED94-4FB8-8000-4BF950776FB8}" destId="{B6F1B097-CBC4-4628-A966-B2BCD312CA9E}" srcOrd="7" destOrd="0" presId="urn:microsoft.com/office/officeart/2018/5/layout/IconLeafLabelList"/>
    <dgm:cxn modelId="{FAD1C5CA-8E8D-49FC-A73E-6412121E67E3}" type="presParOf" srcId="{2EA02E9C-ED94-4FB8-8000-4BF950776FB8}" destId="{3CCBB5E5-412A-4EEF-9E1C-02B5F9A4F391}" srcOrd="8" destOrd="0" presId="urn:microsoft.com/office/officeart/2018/5/layout/IconLeafLabelList"/>
    <dgm:cxn modelId="{3BA6D83B-7617-4A9E-81B6-6F3D01CDCC73}" type="presParOf" srcId="{3CCBB5E5-412A-4EEF-9E1C-02B5F9A4F391}" destId="{A2C0EFC3-7016-45E9-B23A-D9B559D083D0}" srcOrd="0" destOrd="0" presId="urn:microsoft.com/office/officeart/2018/5/layout/IconLeafLabelList"/>
    <dgm:cxn modelId="{BE182315-908C-47B3-AAFA-BC7B0C6C7FEE}" type="presParOf" srcId="{3CCBB5E5-412A-4EEF-9E1C-02B5F9A4F391}" destId="{7B1A1355-803F-4027-AEAB-4C4C7E2F49C3}" srcOrd="1" destOrd="0" presId="urn:microsoft.com/office/officeart/2018/5/layout/IconLeafLabelList"/>
    <dgm:cxn modelId="{A18D9EFC-31AB-4118-91D4-F78B82BE23C1}" type="presParOf" srcId="{3CCBB5E5-412A-4EEF-9E1C-02B5F9A4F391}" destId="{2443A21A-E904-42FA-9FEA-C1F6C67ADF27}" srcOrd="2" destOrd="0" presId="urn:microsoft.com/office/officeart/2018/5/layout/IconLeafLabelList"/>
    <dgm:cxn modelId="{E8C159E3-1881-40F9-B3A0-9DEF8BB94319}" type="presParOf" srcId="{3CCBB5E5-412A-4EEF-9E1C-02B5F9A4F391}" destId="{97B9B262-45DA-4636-8D8D-B16956FFE9D8}" srcOrd="3" destOrd="0" presId="urn:microsoft.com/office/officeart/2018/5/layout/IconLeafLabelList"/>
    <dgm:cxn modelId="{7AC47EDE-F2EF-45C6-9319-23E2D9B2780D}" type="presParOf" srcId="{2EA02E9C-ED94-4FB8-8000-4BF950776FB8}" destId="{0D6E961F-10A6-4712-9072-C8060085721D}" srcOrd="9" destOrd="0" presId="urn:microsoft.com/office/officeart/2018/5/layout/IconLeafLabelList"/>
    <dgm:cxn modelId="{EA65011D-4E89-4127-B4AD-BC5602542D54}" type="presParOf" srcId="{2EA02E9C-ED94-4FB8-8000-4BF950776FB8}" destId="{2A2F30D8-FF3A-44BB-8A6F-DFA7380AB802}" srcOrd="10" destOrd="0" presId="urn:microsoft.com/office/officeart/2018/5/layout/IconLeafLabelList"/>
    <dgm:cxn modelId="{82366ECD-9973-4F04-9244-B29D3C3DF70C}" type="presParOf" srcId="{2A2F30D8-FF3A-44BB-8A6F-DFA7380AB802}" destId="{49DA9D51-151D-402E-86D8-4AED183DCAC1}" srcOrd="0" destOrd="0" presId="urn:microsoft.com/office/officeart/2018/5/layout/IconLeafLabelList"/>
    <dgm:cxn modelId="{97AFDCF9-E14D-4821-9BE1-438C8933601B}" type="presParOf" srcId="{2A2F30D8-FF3A-44BB-8A6F-DFA7380AB802}" destId="{F884F648-53AF-473E-B0D9-2D3F27D4A247}" srcOrd="1" destOrd="0" presId="urn:microsoft.com/office/officeart/2018/5/layout/IconLeafLabelList"/>
    <dgm:cxn modelId="{0161A1E7-561E-4060-8FD0-EE102647C9BB}" type="presParOf" srcId="{2A2F30D8-FF3A-44BB-8A6F-DFA7380AB802}" destId="{56E63F2F-2CDA-403B-95A3-5ACCCE562B1F}" srcOrd="2" destOrd="0" presId="urn:microsoft.com/office/officeart/2018/5/layout/IconLeafLabelList"/>
    <dgm:cxn modelId="{8FDABEF0-5B42-4522-AF29-61979A99C618}" type="presParOf" srcId="{2A2F30D8-FF3A-44BB-8A6F-DFA7380AB802}" destId="{4E453BA6-EAD8-4FD0-BEF7-F5C6A22674FF}" srcOrd="3" destOrd="0" presId="urn:microsoft.com/office/officeart/2018/5/layout/IconLeafLabelList"/>
    <dgm:cxn modelId="{5656F88E-911D-4E43-91C9-86F9CF18CF16}" type="presParOf" srcId="{2EA02E9C-ED94-4FB8-8000-4BF950776FB8}" destId="{11F4D303-4B22-4EAC-B4F2-ECDC68F3F31C}" srcOrd="11" destOrd="0" presId="urn:microsoft.com/office/officeart/2018/5/layout/IconLeafLabelList"/>
    <dgm:cxn modelId="{981DE3B2-11A5-4FFD-9134-84ECB5495A24}" type="presParOf" srcId="{2EA02E9C-ED94-4FB8-8000-4BF950776FB8}" destId="{173B3441-D315-4E35-9D1F-2C5D0250EC76}" srcOrd="12" destOrd="0" presId="urn:microsoft.com/office/officeart/2018/5/layout/IconLeafLabelList"/>
    <dgm:cxn modelId="{4E64C793-E7EE-4FEA-A8FB-41AAF96F88AD}" type="presParOf" srcId="{173B3441-D315-4E35-9D1F-2C5D0250EC76}" destId="{B2AA6B61-A187-4E64-8E0A-30661B78C970}" srcOrd="0" destOrd="0" presId="urn:microsoft.com/office/officeart/2018/5/layout/IconLeafLabelList"/>
    <dgm:cxn modelId="{C8CFCBCB-5D32-49BC-A1FB-BAE9149A33C9}" type="presParOf" srcId="{173B3441-D315-4E35-9D1F-2C5D0250EC76}" destId="{C7083A05-E8B6-4E3F-99F1-7C5BAFE4FD97}" srcOrd="1" destOrd="0" presId="urn:microsoft.com/office/officeart/2018/5/layout/IconLeafLabelList"/>
    <dgm:cxn modelId="{26E13487-3EB4-4529-8129-0EC855B34D99}" type="presParOf" srcId="{173B3441-D315-4E35-9D1F-2C5D0250EC76}" destId="{CE26F9F5-4E33-424F-9039-43FDB6445AE9}" srcOrd="2" destOrd="0" presId="urn:microsoft.com/office/officeart/2018/5/layout/IconLeafLabelList"/>
    <dgm:cxn modelId="{FDDCC0FF-C545-42D5-AE1B-CC22B9BCF913}" type="presParOf" srcId="{173B3441-D315-4E35-9D1F-2C5D0250EC76}" destId="{7DBC2CC3-D9D1-471A-82DF-13F4A4064E29}"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B09B53-1E54-4B7D-9E1E-4310FC7D70F7}">
      <dsp:nvSpPr>
        <dsp:cNvPr id="0" name=""/>
        <dsp:cNvSpPr/>
      </dsp:nvSpPr>
      <dsp:spPr>
        <a:xfrm>
          <a:off x="0" y="2665"/>
          <a:ext cx="745236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7AAE7A-7969-4FAD-8F8C-6B56779F6E03}">
      <dsp:nvSpPr>
        <dsp:cNvPr id="0" name=""/>
        <dsp:cNvSpPr/>
      </dsp:nvSpPr>
      <dsp:spPr>
        <a:xfrm>
          <a:off x="0" y="2665"/>
          <a:ext cx="7452360" cy="1818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i="0" kern="1200" dirty="0"/>
            <a:t>The following are features of </a:t>
          </a:r>
          <a:r>
            <a:rPr lang="en-US" sz="1300" b="1" i="0" kern="1200" dirty="0"/>
            <a:t>AMPS</a:t>
          </a:r>
          <a:r>
            <a:rPr lang="en-US" sz="1300" b="0" i="0" kern="1200" dirty="0"/>
            <a:t> </a:t>
          </a:r>
          <a:br>
            <a:rPr lang="en-US" sz="1300" b="0" i="0" kern="1200" dirty="0"/>
          </a:br>
          <a:br>
            <a:rPr lang="en-US" sz="1300" b="0" i="0" kern="1200" dirty="0"/>
          </a:br>
          <a:r>
            <a:rPr lang="en-US" sz="1300" b="0" i="0" kern="1200" dirty="0"/>
            <a:t>•  Mobile </a:t>
          </a:r>
          <a:r>
            <a:rPr lang="tr-TR" sz="1300" b="0" i="0" kern="1200" dirty="0" err="1"/>
            <a:t>Tx</a:t>
          </a:r>
          <a:r>
            <a:rPr lang="en-US" sz="1300" b="0" i="0" kern="1200" dirty="0"/>
            <a:t>/</a:t>
          </a:r>
          <a:r>
            <a:rPr lang="tr-TR" sz="1300" b="0" i="0" kern="1200" dirty="0" err="1"/>
            <a:t>Rx</a:t>
          </a:r>
          <a:r>
            <a:rPr lang="en-US" sz="1300" b="0" i="0" kern="1200" dirty="0"/>
            <a:t> frequency in MHz: 824 to 849(Tx) and 869 to 894 (Rx)</a:t>
          </a:r>
          <a:br>
            <a:rPr lang="en-US" sz="1300" b="0" i="0" kern="1200" dirty="0"/>
          </a:br>
          <a:r>
            <a:rPr lang="en-US" sz="1300" b="0" i="0" kern="1200" dirty="0"/>
            <a:t>•  Duplex scheme : FDD</a:t>
          </a:r>
          <a:br>
            <a:rPr lang="en-US" sz="1300" b="0" i="0" kern="1200" dirty="0"/>
          </a:br>
          <a:r>
            <a:rPr lang="en-US" sz="1300" b="0" i="0" kern="1200" dirty="0"/>
            <a:t>•  Multiple Access Scheme : FDMA</a:t>
          </a:r>
          <a:br>
            <a:rPr lang="en-US" sz="1300" b="0" i="0" kern="1200" dirty="0"/>
          </a:br>
          <a:r>
            <a:rPr lang="en-US" sz="1300" b="0" i="0" kern="1200" dirty="0"/>
            <a:t>•  No. of channels : 832 in AMPS</a:t>
          </a:r>
          <a:br>
            <a:rPr lang="en-US" sz="1300" b="0" i="0" kern="1200" dirty="0"/>
          </a:br>
          <a:r>
            <a:rPr lang="en-US" sz="1300" b="0" i="0" kern="1200" dirty="0"/>
            <a:t>•  Number of users per channel : one</a:t>
          </a:r>
          <a:br>
            <a:rPr lang="en-US" sz="1300" b="0" i="0" kern="1200" dirty="0"/>
          </a:br>
          <a:r>
            <a:rPr lang="en-US" sz="1300" b="0" i="0" kern="1200" dirty="0"/>
            <a:t>•  Spacing between RF channels : 30KHz in AMPS</a:t>
          </a:r>
          <a:br>
            <a:rPr lang="en-US" sz="1300" b="0" i="0" kern="1200" dirty="0"/>
          </a:br>
          <a:r>
            <a:rPr lang="en-US" sz="1300" b="0" i="0" kern="1200" dirty="0"/>
            <a:t>•  Modulation scheme : FM</a:t>
          </a:r>
          <a:endParaRPr lang="en-US" sz="1300" kern="1200" dirty="0"/>
        </a:p>
      </dsp:txBody>
      <dsp:txXfrm>
        <a:off x="0" y="2665"/>
        <a:ext cx="7452360" cy="1818124"/>
      </dsp:txXfrm>
    </dsp:sp>
    <dsp:sp modelId="{33152C65-FF1C-4D47-BF56-542E6451BEE4}">
      <dsp:nvSpPr>
        <dsp:cNvPr id="0" name=""/>
        <dsp:cNvSpPr/>
      </dsp:nvSpPr>
      <dsp:spPr>
        <a:xfrm>
          <a:off x="0" y="1820790"/>
          <a:ext cx="745236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2608A8-CB18-498A-8FF9-8C68407CC618}">
      <dsp:nvSpPr>
        <dsp:cNvPr id="0" name=""/>
        <dsp:cNvSpPr/>
      </dsp:nvSpPr>
      <dsp:spPr>
        <a:xfrm>
          <a:off x="0" y="1820790"/>
          <a:ext cx="7452360" cy="1818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i="0" kern="1200" dirty="0"/>
            <a:t>The following are features of </a:t>
          </a:r>
          <a:r>
            <a:rPr lang="en-US" sz="1300" b="1" i="0" kern="1200" dirty="0"/>
            <a:t>TACS</a:t>
          </a:r>
          <a:r>
            <a:rPr lang="en-US" sz="1300" b="0" i="0" kern="1200" dirty="0"/>
            <a:t> standard.</a:t>
          </a:r>
          <a:br>
            <a:rPr lang="en-US" sz="1300" kern="1200" dirty="0"/>
          </a:br>
          <a:br>
            <a:rPr lang="en-US" sz="1300" kern="1200" dirty="0"/>
          </a:br>
          <a:r>
            <a:rPr lang="en-US" sz="1300" b="0" i="0" kern="1200" dirty="0"/>
            <a:t>•  Mobile Tr</a:t>
          </a:r>
          <a:r>
            <a:rPr lang="tr-TR" sz="1300" b="0" i="0" kern="1200" dirty="0"/>
            <a:t>x</a:t>
          </a:r>
          <a:r>
            <a:rPr lang="en-US" sz="1300" b="0" i="0" kern="1200" dirty="0"/>
            <a:t>/R</a:t>
          </a:r>
          <a:r>
            <a:rPr lang="tr-TR" sz="1300" b="0" i="0" kern="1200" dirty="0"/>
            <a:t>x</a:t>
          </a:r>
          <a:r>
            <a:rPr lang="en-US" sz="1300" b="0" i="0" kern="1200" dirty="0"/>
            <a:t> frequency in MHz : For ETACS 916 to 949 (Rx) and 871 to 904 (Tx), For </a:t>
          </a:r>
          <a:r>
            <a:rPr lang="tr-TR" sz="1300" b="0" i="0" kern="1200" dirty="0"/>
            <a:t>     </a:t>
          </a:r>
          <a:r>
            <a:rPr lang="en-US" sz="1300" b="0" i="0" kern="1200" dirty="0"/>
            <a:t>NTACS 860 to 870 (Rx) and 915 to 925 (Tx)</a:t>
          </a:r>
          <a:br>
            <a:rPr lang="en-US" sz="1300" kern="1200" dirty="0"/>
          </a:br>
          <a:r>
            <a:rPr lang="en-US" sz="1300" b="0" i="0" kern="1200" dirty="0"/>
            <a:t>•  Duplex scheme : FDD</a:t>
          </a:r>
          <a:br>
            <a:rPr lang="en-US" sz="1300" kern="1200" dirty="0"/>
          </a:br>
          <a:r>
            <a:rPr lang="en-US" sz="1300" b="0" i="0" kern="1200" dirty="0"/>
            <a:t>•  Multiple Access Scheme : FDMA</a:t>
          </a:r>
          <a:br>
            <a:rPr lang="en-US" sz="1300" kern="1200" dirty="0"/>
          </a:br>
          <a:r>
            <a:rPr lang="en-US" sz="1300" b="0" i="0" kern="1200" dirty="0"/>
            <a:t>•  No. of channels : 1240 in ETACS and 400 in NTACS</a:t>
          </a:r>
          <a:br>
            <a:rPr lang="en-US" sz="1300" kern="1200" dirty="0"/>
          </a:br>
          <a:r>
            <a:rPr lang="en-US" sz="1300" b="0" i="0" kern="1200" dirty="0"/>
            <a:t>•  Spacing between RF channels : 25 </a:t>
          </a:r>
          <a:r>
            <a:rPr lang="en-US" sz="1300" b="0" i="0" kern="1200" dirty="0" err="1"/>
            <a:t>KHz</a:t>
          </a:r>
          <a:r>
            <a:rPr lang="en-US" sz="1300" b="0" i="0" kern="1200" dirty="0"/>
            <a:t> in ETACS and 12.5 </a:t>
          </a:r>
          <a:r>
            <a:rPr lang="en-US" sz="1300" b="0" i="0" kern="1200" dirty="0" err="1"/>
            <a:t>KHz</a:t>
          </a:r>
          <a:r>
            <a:rPr lang="en-US" sz="1300" b="0" i="0" kern="1200" dirty="0"/>
            <a:t> in NTACS</a:t>
          </a:r>
          <a:endParaRPr lang="en-US" sz="1300" kern="1200" dirty="0"/>
        </a:p>
      </dsp:txBody>
      <dsp:txXfrm>
        <a:off x="0" y="1820790"/>
        <a:ext cx="7452360" cy="1818124"/>
      </dsp:txXfrm>
    </dsp:sp>
    <dsp:sp modelId="{26AE33D8-B256-48EA-8A2C-2B5BFADF03C5}">
      <dsp:nvSpPr>
        <dsp:cNvPr id="0" name=""/>
        <dsp:cNvSpPr/>
      </dsp:nvSpPr>
      <dsp:spPr>
        <a:xfrm>
          <a:off x="0" y="3638915"/>
          <a:ext cx="745236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257E9A-72D9-4159-8B8E-4A3E05516FAC}">
      <dsp:nvSpPr>
        <dsp:cNvPr id="0" name=""/>
        <dsp:cNvSpPr/>
      </dsp:nvSpPr>
      <dsp:spPr>
        <a:xfrm>
          <a:off x="0" y="3638915"/>
          <a:ext cx="7452360" cy="1818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i="0" kern="1200"/>
            <a:t>The following are features of </a:t>
          </a:r>
          <a:r>
            <a:rPr lang="en-US" sz="1300" b="1" i="0" kern="1200"/>
            <a:t>NMT</a:t>
          </a:r>
          <a:r>
            <a:rPr lang="en-US" sz="1300" b="0" i="0" kern="1200"/>
            <a:t> standard.</a:t>
          </a:r>
          <a:br>
            <a:rPr lang="en-US" sz="1300" kern="1200"/>
          </a:br>
          <a:br>
            <a:rPr lang="en-US" sz="1300" kern="1200"/>
          </a:br>
          <a:r>
            <a:rPr lang="en-US" sz="1300" b="0" i="0" kern="1200"/>
            <a:t>•  Mobile </a:t>
          </a:r>
          <a:r>
            <a:rPr lang="tr-TR" sz="1300" b="0" i="0" kern="1200"/>
            <a:t>Tx</a:t>
          </a:r>
          <a:r>
            <a:rPr lang="en-US" sz="1300" b="0" i="0" kern="1200"/>
            <a:t>/</a:t>
          </a:r>
          <a:r>
            <a:rPr lang="tr-TR" sz="1300" b="0" i="0" kern="1200"/>
            <a:t>Rx</a:t>
          </a:r>
          <a:r>
            <a:rPr lang="en-US" sz="1300" b="0" i="0" kern="1200"/>
            <a:t> frequency in MHz : 463 to 468 (Rx) and 453 to 458 (Tx) in NMT-450 standard 935 to 960 (Rx) and 890 to 915 (Tx) in NMT-900 standard</a:t>
          </a:r>
          <a:br>
            <a:rPr lang="en-US" sz="1300" kern="1200"/>
          </a:br>
          <a:r>
            <a:rPr lang="en-US" sz="1300" b="0" i="0" kern="1200"/>
            <a:t>•  Duplex scheme : FDD</a:t>
          </a:r>
          <a:br>
            <a:rPr lang="en-US" sz="1300" kern="1200"/>
          </a:br>
          <a:r>
            <a:rPr lang="en-US" sz="1300" b="0" i="0" kern="1200"/>
            <a:t>•  Multiple Access Scheme : FDMA</a:t>
          </a:r>
          <a:br>
            <a:rPr lang="en-US" sz="1300" kern="1200"/>
          </a:br>
          <a:r>
            <a:rPr lang="en-US" sz="1300" b="0" i="0" kern="1200"/>
            <a:t>•  No. of Channels : 200 in NMT-450 and 1999 in NMT-900</a:t>
          </a:r>
          <a:br>
            <a:rPr lang="en-US" sz="1300" kern="1200"/>
          </a:br>
          <a:r>
            <a:rPr lang="en-US" sz="1300" b="0" i="0" kern="1200"/>
            <a:t>•  Spacing between RF channels : 25 KHz in NMT-450 standard and 12.5 KHz in NMT-900</a:t>
          </a:r>
          <a:endParaRPr lang="en-US" sz="1300" kern="1200"/>
        </a:p>
      </dsp:txBody>
      <dsp:txXfrm>
        <a:off x="0" y="3638915"/>
        <a:ext cx="7452360" cy="18181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35B27C-B7AA-43FE-BE39-A4C55C3794EE}">
      <dsp:nvSpPr>
        <dsp:cNvPr id="0" name=""/>
        <dsp:cNvSpPr/>
      </dsp:nvSpPr>
      <dsp:spPr>
        <a:xfrm>
          <a:off x="2899779" y="686484"/>
          <a:ext cx="530464" cy="91440"/>
        </a:xfrm>
        <a:custGeom>
          <a:avLst/>
          <a:gdLst/>
          <a:ahLst/>
          <a:cxnLst/>
          <a:rect l="0" t="0" r="0" b="0"/>
          <a:pathLst>
            <a:path>
              <a:moveTo>
                <a:pt x="0" y="45720"/>
              </a:moveTo>
              <a:lnTo>
                <a:pt x="530464"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50985" y="729398"/>
        <a:ext cx="28053" cy="5610"/>
      </dsp:txXfrm>
    </dsp:sp>
    <dsp:sp modelId="{912DC68B-1E58-44A6-AE61-24C564FC3254}">
      <dsp:nvSpPr>
        <dsp:cNvPr id="0" name=""/>
        <dsp:cNvSpPr/>
      </dsp:nvSpPr>
      <dsp:spPr>
        <a:xfrm>
          <a:off x="462167" y="380"/>
          <a:ext cx="2439412" cy="146364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533" tIns="125471" rIns="119533" bIns="125471" numCol="1" spcCol="1270" anchor="ctr" anchorCtr="0">
          <a:noAutofit/>
        </a:bodyPr>
        <a:lstStyle/>
        <a:p>
          <a:pPr marL="0" lvl="0" indent="0" algn="ctr" defTabSz="933450">
            <a:lnSpc>
              <a:spcPct val="90000"/>
            </a:lnSpc>
            <a:spcBef>
              <a:spcPct val="0"/>
            </a:spcBef>
            <a:spcAft>
              <a:spcPct val="35000"/>
            </a:spcAft>
            <a:buNone/>
          </a:pPr>
          <a:r>
            <a:rPr lang="en-US" sz="2100" b="0" i="0" kern="1200"/>
            <a:t>Poor voice quality due to interference</a:t>
          </a:r>
          <a:endParaRPr lang="en-US" sz="2100" kern="1200"/>
        </a:p>
      </dsp:txBody>
      <dsp:txXfrm>
        <a:off x="462167" y="380"/>
        <a:ext cx="2439412" cy="1463647"/>
      </dsp:txXfrm>
    </dsp:sp>
    <dsp:sp modelId="{77FB46C6-3945-409E-BDFB-403E365CE673}">
      <dsp:nvSpPr>
        <dsp:cNvPr id="0" name=""/>
        <dsp:cNvSpPr/>
      </dsp:nvSpPr>
      <dsp:spPr>
        <a:xfrm>
          <a:off x="1681873" y="1462227"/>
          <a:ext cx="3000476" cy="530464"/>
        </a:xfrm>
        <a:custGeom>
          <a:avLst/>
          <a:gdLst/>
          <a:ahLst/>
          <a:cxnLst/>
          <a:rect l="0" t="0" r="0" b="0"/>
          <a:pathLst>
            <a:path>
              <a:moveTo>
                <a:pt x="3000476" y="0"/>
              </a:moveTo>
              <a:lnTo>
                <a:pt x="3000476" y="282332"/>
              </a:lnTo>
              <a:lnTo>
                <a:pt x="0" y="282332"/>
              </a:lnTo>
              <a:lnTo>
                <a:pt x="0" y="530464"/>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5799" y="1724654"/>
        <a:ext cx="152624" cy="5610"/>
      </dsp:txXfrm>
    </dsp:sp>
    <dsp:sp modelId="{C10196C8-35FC-4D37-AB2F-9ED81949FE5D}">
      <dsp:nvSpPr>
        <dsp:cNvPr id="0" name=""/>
        <dsp:cNvSpPr/>
      </dsp:nvSpPr>
      <dsp:spPr>
        <a:xfrm>
          <a:off x="3462644" y="380"/>
          <a:ext cx="2439412" cy="146364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533" tIns="125471" rIns="119533" bIns="125471" numCol="1" spcCol="1270" anchor="ctr" anchorCtr="0">
          <a:noAutofit/>
        </a:bodyPr>
        <a:lstStyle/>
        <a:p>
          <a:pPr marL="0" lvl="0" indent="0" algn="ctr" defTabSz="933450">
            <a:lnSpc>
              <a:spcPct val="90000"/>
            </a:lnSpc>
            <a:spcBef>
              <a:spcPct val="0"/>
            </a:spcBef>
            <a:spcAft>
              <a:spcPct val="35000"/>
            </a:spcAft>
            <a:buNone/>
          </a:pPr>
          <a:r>
            <a:rPr lang="en-US" sz="2100" b="0" i="0" kern="1200"/>
            <a:t>Poor battery life</a:t>
          </a:r>
          <a:endParaRPr lang="en-US" sz="2100" kern="1200"/>
        </a:p>
      </dsp:txBody>
      <dsp:txXfrm>
        <a:off x="3462644" y="380"/>
        <a:ext cx="2439412" cy="1463647"/>
      </dsp:txXfrm>
    </dsp:sp>
    <dsp:sp modelId="{C21D71DC-6741-4B41-AD26-BC01AF959761}">
      <dsp:nvSpPr>
        <dsp:cNvPr id="0" name=""/>
        <dsp:cNvSpPr/>
      </dsp:nvSpPr>
      <dsp:spPr>
        <a:xfrm>
          <a:off x="2899779" y="2711196"/>
          <a:ext cx="530464" cy="91440"/>
        </a:xfrm>
        <a:custGeom>
          <a:avLst/>
          <a:gdLst/>
          <a:ahLst/>
          <a:cxnLst/>
          <a:rect l="0" t="0" r="0" b="0"/>
          <a:pathLst>
            <a:path>
              <a:moveTo>
                <a:pt x="0" y="45720"/>
              </a:moveTo>
              <a:lnTo>
                <a:pt x="530464"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50985" y="2754110"/>
        <a:ext cx="28053" cy="5610"/>
      </dsp:txXfrm>
    </dsp:sp>
    <dsp:sp modelId="{459C901E-A3E0-42E9-88C0-98EFA0E514C1}">
      <dsp:nvSpPr>
        <dsp:cNvPr id="0" name=""/>
        <dsp:cNvSpPr/>
      </dsp:nvSpPr>
      <dsp:spPr>
        <a:xfrm>
          <a:off x="462167" y="2025092"/>
          <a:ext cx="2439412" cy="146364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533" tIns="125471" rIns="119533" bIns="125471" numCol="1" spcCol="1270" anchor="ctr" anchorCtr="0">
          <a:noAutofit/>
        </a:bodyPr>
        <a:lstStyle/>
        <a:p>
          <a:pPr marL="0" lvl="0" indent="0" algn="ctr" defTabSz="933450">
            <a:lnSpc>
              <a:spcPct val="90000"/>
            </a:lnSpc>
            <a:spcBef>
              <a:spcPct val="0"/>
            </a:spcBef>
            <a:spcAft>
              <a:spcPct val="35000"/>
            </a:spcAft>
            <a:buNone/>
          </a:pPr>
          <a:r>
            <a:rPr lang="en-US" sz="2100" b="0" i="0" kern="1200"/>
            <a:t>Large sized mobile phones (not convenient to carry)</a:t>
          </a:r>
          <a:endParaRPr lang="en-US" sz="2100" kern="1200"/>
        </a:p>
      </dsp:txBody>
      <dsp:txXfrm>
        <a:off x="462167" y="2025092"/>
        <a:ext cx="2439412" cy="1463647"/>
      </dsp:txXfrm>
    </dsp:sp>
    <dsp:sp modelId="{D6237C20-D417-4985-9D1E-137AF3259A8C}">
      <dsp:nvSpPr>
        <dsp:cNvPr id="0" name=""/>
        <dsp:cNvSpPr/>
      </dsp:nvSpPr>
      <dsp:spPr>
        <a:xfrm>
          <a:off x="1681873" y="3486939"/>
          <a:ext cx="3000476" cy="530464"/>
        </a:xfrm>
        <a:custGeom>
          <a:avLst/>
          <a:gdLst/>
          <a:ahLst/>
          <a:cxnLst/>
          <a:rect l="0" t="0" r="0" b="0"/>
          <a:pathLst>
            <a:path>
              <a:moveTo>
                <a:pt x="3000476" y="0"/>
              </a:moveTo>
              <a:lnTo>
                <a:pt x="3000476" y="282332"/>
              </a:lnTo>
              <a:lnTo>
                <a:pt x="0" y="282332"/>
              </a:lnTo>
              <a:lnTo>
                <a:pt x="0" y="530464"/>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05799" y="3749366"/>
        <a:ext cx="152624" cy="5610"/>
      </dsp:txXfrm>
    </dsp:sp>
    <dsp:sp modelId="{184F0BD4-D555-458A-A911-450BA6EA3047}">
      <dsp:nvSpPr>
        <dsp:cNvPr id="0" name=""/>
        <dsp:cNvSpPr/>
      </dsp:nvSpPr>
      <dsp:spPr>
        <a:xfrm>
          <a:off x="3462644" y="2025092"/>
          <a:ext cx="2439412" cy="146364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533" tIns="125471" rIns="119533" bIns="125471" numCol="1" spcCol="1270" anchor="ctr" anchorCtr="0">
          <a:noAutofit/>
        </a:bodyPr>
        <a:lstStyle/>
        <a:p>
          <a:pPr marL="0" lvl="0" indent="0" algn="ctr" defTabSz="933450">
            <a:lnSpc>
              <a:spcPct val="90000"/>
            </a:lnSpc>
            <a:spcBef>
              <a:spcPct val="0"/>
            </a:spcBef>
            <a:spcAft>
              <a:spcPct val="35000"/>
            </a:spcAft>
            <a:buNone/>
          </a:pPr>
          <a:r>
            <a:rPr lang="en-US" sz="2100" b="0" i="0" kern="1200"/>
            <a:t>Less security (calls could be decoded using an FM demodulator)</a:t>
          </a:r>
          <a:endParaRPr lang="en-US" sz="2100" kern="1200"/>
        </a:p>
      </dsp:txBody>
      <dsp:txXfrm>
        <a:off x="3462644" y="2025092"/>
        <a:ext cx="2439412" cy="1463647"/>
      </dsp:txXfrm>
    </dsp:sp>
    <dsp:sp modelId="{B6A3C0EA-4AB5-4894-B400-8B4417A7543A}">
      <dsp:nvSpPr>
        <dsp:cNvPr id="0" name=""/>
        <dsp:cNvSpPr/>
      </dsp:nvSpPr>
      <dsp:spPr>
        <a:xfrm>
          <a:off x="2899779" y="4735907"/>
          <a:ext cx="530464" cy="91440"/>
        </a:xfrm>
        <a:custGeom>
          <a:avLst/>
          <a:gdLst/>
          <a:ahLst/>
          <a:cxnLst/>
          <a:rect l="0" t="0" r="0" b="0"/>
          <a:pathLst>
            <a:path>
              <a:moveTo>
                <a:pt x="0" y="45720"/>
              </a:moveTo>
              <a:lnTo>
                <a:pt x="530464"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50985" y="4778822"/>
        <a:ext cx="28053" cy="5610"/>
      </dsp:txXfrm>
    </dsp:sp>
    <dsp:sp modelId="{A06CFC94-F885-41C1-ACD5-F366A86A267E}">
      <dsp:nvSpPr>
        <dsp:cNvPr id="0" name=""/>
        <dsp:cNvSpPr/>
      </dsp:nvSpPr>
      <dsp:spPr>
        <a:xfrm>
          <a:off x="462167" y="4049804"/>
          <a:ext cx="2439412" cy="146364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533" tIns="125471" rIns="119533" bIns="125471" numCol="1" spcCol="1270" anchor="ctr" anchorCtr="0">
          <a:noAutofit/>
        </a:bodyPr>
        <a:lstStyle/>
        <a:p>
          <a:pPr marL="0" lvl="0" indent="0" algn="ctr" defTabSz="933450">
            <a:lnSpc>
              <a:spcPct val="90000"/>
            </a:lnSpc>
            <a:spcBef>
              <a:spcPct val="0"/>
            </a:spcBef>
            <a:spcAft>
              <a:spcPct val="35000"/>
            </a:spcAft>
            <a:buNone/>
          </a:pPr>
          <a:r>
            <a:rPr lang="en-US" sz="2100" b="0" i="0" kern="1200"/>
            <a:t>Limited number of users and cell coverage</a:t>
          </a:r>
          <a:endParaRPr lang="en-US" sz="2100" kern="1200"/>
        </a:p>
      </dsp:txBody>
      <dsp:txXfrm>
        <a:off x="462167" y="4049804"/>
        <a:ext cx="2439412" cy="1463647"/>
      </dsp:txXfrm>
    </dsp:sp>
    <dsp:sp modelId="{190762B1-ECA5-4589-B3BD-16300923EC8C}">
      <dsp:nvSpPr>
        <dsp:cNvPr id="0" name=""/>
        <dsp:cNvSpPr/>
      </dsp:nvSpPr>
      <dsp:spPr>
        <a:xfrm>
          <a:off x="3462644" y="4049804"/>
          <a:ext cx="2439412" cy="146364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9533" tIns="125471" rIns="119533" bIns="125471" numCol="1" spcCol="1270" anchor="ctr" anchorCtr="0">
          <a:noAutofit/>
        </a:bodyPr>
        <a:lstStyle/>
        <a:p>
          <a:pPr marL="0" lvl="0" indent="0" algn="ctr" defTabSz="933450">
            <a:lnSpc>
              <a:spcPct val="90000"/>
            </a:lnSpc>
            <a:spcBef>
              <a:spcPct val="0"/>
            </a:spcBef>
            <a:spcAft>
              <a:spcPct val="35000"/>
            </a:spcAft>
            <a:buNone/>
          </a:pPr>
          <a:r>
            <a:rPr lang="en-US" sz="2100" b="0" i="0" kern="1200"/>
            <a:t>Roaming was not possible between similar systems</a:t>
          </a:r>
          <a:endParaRPr lang="en-US" sz="2100" kern="1200"/>
        </a:p>
      </dsp:txBody>
      <dsp:txXfrm>
        <a:off x="3462644" y="4049804"/>
        <a:ext cx="2439412" cy="14636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D1B402-23C1-49DB-95DB-062F843B6470}">
      <dsp:nvSpPr>
        <dsp:cNvPr id="0" name=""/>
        <dsp:cNvSpPr/>
      </dsp:nvSpPr>
      <dsp:spPr>
        <a:xfrm>
          <a:off x="0" y="133588"/>
          <a:ext cx="3283267" cy="196996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a:t>In order to support higher data rate, General Packet Radio Service (GPRS) was introduced and successfully deployed. </a:t>
          </a:r>
          <a:endParaRPr lang="en-US" sz="2100" kern="1200"/>
        </a:p>
      </dsp:txBody>
      <dsp:txXfrm>
        <a:off x="0" y="133588"/>
        <a:ext cx="3283267" cy="1969960"/>
      </dsp:txXfrm>
    </dsp:sp>
    <dsp:sp modelId="{6E0CB8F4-693E-4B8E-97D3-7679BBB12113}">
      <dsp:nvSpPr>
        <dsp:cNvPr id="0" name=""/>
        <dsp:cNvSpPr/>
      </dsp:nvSpPr>
      <dsp:spPr>
        <a:xfrm>
          <a:off x="3611594" y="133588"/>
          <a:ext cx="3283267" cy="196996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a:t>GPRS was capable of data rate up to 171kbps (maximum).</a:t>
          </a:r>
          <a:endParaRPr lang="en-US" sz="2100" kern="1200"/>
        </a:p>
      </dsp:txBody>
      <dsp:txXfrm>
        <a:off x="3611594" y="133588"/>
        <a:ext cx="3283267" cy="1969960"/>
      </dsp:txXfrm>
    </dsp:sp>
    <dsp:sp modelId="{254C8A30-0656-4F05-8351-6ED49960458B}">
      <dsp:nvSpPr>
        <dsp:cNvPr id="0" name=""/>
        <dsp:cNvSpPr/>
      </dsp:nvSpPr>
      <dsp:spPr>
        <a:xfrm>
          <a:off x="7223188" y="133588"/>
          <a:ext cx="3283267" cy="196996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a:t>EDGE – Enhanced Data GSM Evolution also developed to improve data rate for GSM networks. </a:t>
          </a:r>
          <a:endParaRPr lang="en-US" sz="2100" kern="1200"/>
        </a:p>
      </dsp:txBody>
      <dsp:txXfrm>
        <a:off x="7223188" y="133588"/>
        <a:ext cx="3283267" cy="1969960"/>
      </dsp:txXfrm>
    </dsp:sp>
    <dsp:sp modelId="{9BCD343D-3A5F-4268-B19A-D00CCF980CA6}">
      <dsp:nvSpPr>
        <dsp:cNvPr id="0" name=""/>
        <dsp:cNvSpPr/>
      </dsp:nvSpPr>
      <dsp:spPr>
        <a:xfrm>
          <a:off x="0" y="2431875"/>
          <a:ext cx="3283267" cy="196996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a:t>EDGE was capable to support up to 473.6kbps (maximum).</a:t>
          </a:r>
          <a:endParaRPr lang="en-US" sz="2100" kern="1200"/>
        </a:p>
      </dsp:txBody>
      <dsp:txXfrm>
        <a:off x="0" y="2431875"/>
        <a:ext cx="3283267" cy="1969960"/>
      </dsp:txXfrm>
    </dsp:sp>
    <dsp:sp modelId="{FBE117FC-73C4-4E38-8FD8-B10D6283BCDA}">
      <dsp:nvSpPr>
        <dsp:cNvPr id="0" name=""/>
        <dsp:cNvSpPr/>
      </dsp:nvSpPr>
      <dsp:spPr>
        <a:xfrm>
          <a:off x="3611594" y="2431875"/>
          <a:ext cx="3283267" cy="1969960"/>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a:t>Another popular technology CDMA2000 was also introduced to support higher data rate for CDMA networks. </a:t>
          </a:r>
          <a:endParaRPr lang="en-US" sz="2100" kern="1200"/>
        </a:p>
      </dsp:txBody>
      <dsp:txXfrm>
        <a:off x="3611594" y="2431875"/>
        <a:ext cx="3283267" cy="1969960"/>
      </dsp:txXfrm>
    </dsp:sp>
    <dsp:sp modelId="{F52E9A1D-C5EC-4D0B-913E-0E0AD4AFFA1C}">
      <dsp:nvSpPr>
        <dsp:cNvPr id="0" name=""/>
        <dsp:cNvSpPr/>
      </dsp:nvSpPr>
      <dsp:spPr>
        <a:xfrm>
          <a:off x="7223188" y="2431875"/>
          <a:ext cx="3283267" cy="196996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a:t>This technology has the ability to provide up to 384 kbps data rate (maximum).</a:t>
          </a:r>
          <a:endParaRPr lang="en-US" sz="2100" kern="1200"/>
        </a:p>
      </dsp:txBody>
      <dsp:txXfrm>
        <a:off x="7223188" y="2431875"/>
        <a:ext cx="3283267" cy="19699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9930CC-22E4-427A-8226-BB47238361EF}">
      <dsp:nvSpPr>
        <dsp:cNvPr id="0" name=""/>
        <dsp:cNvSpPr/>
      </dsp:nvSpPr>
      <dsp:spPr>
        <a:xfrm>
          <a:off x="577125" y="1704"/>
          <a:ext cx="2177057" cy="130623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Higher data rate</a:t>
          </a:r>
          <a:endParaRPr lang="en-US" sz="2000" kern="1200"/>
        </a:p>
      </dsp:txBody>
      <dsp:txXfrm>
        <a:off x="577125" y="1704"/>
        <a:ext cx="2177057" cy="1306234"/>
      </dsp:txXfrm>
    </dsp:sp>
    <dsp:sp modelId="{A697ADA6-5E44-4298-806D-CB771F1F677D}">
      <dsp:nvSpPr>
        <dsp:cNvPr id="0" name=""/>
        <dsp:cNvSpPr/>
      </dsp:nvSpPr>
      <dsp:spPr>
        <a:xfrm>
          <a:off x="2971889" y="1704"/>
          <a:ext cx="2177057" cy="130623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Video calling</a:t>
          </a:r>
          <a:endParaRPr lang="en-US" sz="2000" kern="1200"/>
        </a:p>
      </dsp:txBody>
      <dsp:txXfrm>
        <a:off x="2971889" y="1704"/>
        <a:ext cx="2177057" cy="1306234"/>
      </dsp:txXfrm>
    </dsp:sp>
    <dsp:sp modelId="{5AC172ED-F9C9-4182-BCAF-EEAD39605F00}">
      <dsp:nvSpPr>
        <dsp:cNvPr id="0" name=""/>
        <dsp:cNvSpPr/>
      </dsp:nvSpPr>
      <dsp:spPr>
        <a:xfrm>
          <a:off x="5366652" y="1704"/>
          <a:ext cx="2177057" cy="130623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Enhanced security, more number of users and coverage</a:t>
          </a:r>
          <a:endParaRPr lang="en-US" sz="2000" kern="1200"/>
        </a:p>
      </dsp:txBody>
      <dsp:txXfrm>
        <a:off x="5366652" y="1704"/>
        <a:ext cx="2177057" cy="1306234"/>
      </dsp:txXfrm>
    </dsp:sp>
    <dsp:sp modelId="{D3D3797C-4409-4238-B6FD-70C29F3B1FA2}">
      <dsp:nvSpPr>
        <dsp:cNvPr id="0" name=""/>
        <dsp:cNvSpPr/>
      </dsp:nvSpPr>
      <dsp:spPr>
        <a:xfrm>
          <a:off x="7761416" y="1704"/>
          <a:ext cx="2177057" cy="130623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Mobile app support</a:t>
          </a:r>
          <a:endParaRPr lang="en-US" sz="2000" kern="1200"/>
        </a:p>
      </dsp:txBody>
      <dsp:txXfrm>
        <a:off x="7761416" y="1704"/>
        <a:ext cx="2177057" cy="1306234"/>
      </dsp:txXfrm>
    </dsp:sp>
    <dsp:sp modelId="{B2BE03FB-A051-4ACF-889F-17CEE6ECA814}">
      <dsp:nvSpPr>
        <dsp:cNvPr id="0" name=""/>
        <dsp:cNvSpPr/>
      </dsp:nvSpPr>
      <dsp:spPr>
        <a:xfrm>
          <a:off x="577125" y="1525644"/>
          <a:ext cx="2177057" cy="130623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Multimedia message support</a:t>
          </a:r>
          <a:endParaRPr lang="en-US" sz="2000" kern="1200"/>
        </a:p>
      </dsp:txBody>
      <dsp:txXfrm>
        <a:off x="577125" y="1525644"/>
        <a:ext cx="2177057" cy="1306234"/>
      </dsp:txXfrm>
    </dsp:sp>
    <dsp:sp modelId="{8274B418-282F-4AA3-95C7-3649FBA2E38A}">
      <dsp:nvSpPr>
        <dsp:cNvPr id="0" name=""/>
        <dsp:cNvSpPr/>
      </dsp:nvSpPr>
      <dsp:spPr>
        <a:xfrm>
          <a:off x="2971889" y="1525644"/>
          <a:ext cx="2177057" cy="130623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Location tracking and maps</a:t>
          </a:r>
          <a:endParaRPr lang="en-US" sz="2000" kern="1200"/>
        </a:p>
      </dsp:txBody>
      <dsp:txXfrm>
        <a:off x="2971889" y="1525644"/>
        <a:ext cx="2177057" cy="1306234"/>
      </dsp:txXfrm>
    </dsp:sp>
    <dsp:sp modelId="{0CC3D5A1-7E8A-473B-A169-41F7A29E1495}">
      <dsp:nvSpPr>
        <dsp:cNvPr id="0" name=""/>
        <dsp:cNvSpPr/>
      </dsp:nvSpPr>
      <dsp:spPr>
        <a:xfrm>
          <a:off x="5366652" y="1525644"/>
          <a:ext cx="2177057" cy="130623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Better web browsing</a:t>
          </a:r>
          <a:endParaRPr lang="en-US" sz="2000" kern="1200"/>
        </a:p>
      </dsp:txBody>
      <dsp:txXfrm>
        <a:off x="5366652" y="1525644"/>
        <a:ext cx="2177057" cy="1306234"/>
      </dsp:txXfrm>
    </dsp:sp>
    <dsp:sp modelId="{3D339F45-9B33-4C25-9701-9359D1931E9A}">
      <dsp:nvSpPr>
        <dsp:cNvPr id="0" name=""/>
        <dsp:cNvSpPr/>
      </dsp:nvSpPr>
      <dsp:spPr>
        <a:xfrm>
          <a:off x="7761416" y="1525644"/>
          <a:ext cx="2177057" cy="130623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TV streaming</a:t>
          </a:r>
          <a:endParaRPr lang="en-US" sz="2000" kern="1200"/>
        </a:p>
      </dsp:txBody>
      <dsp:txXfrm>
        <a:off x="7761416" y="1525644"/>
        <a:ext cx="2177057" cy="1306234"/>
      </dsp:txXfrm>
    </dsp:sp>
    <dsp:sp modelId="{ECF89D0A-DA44-40DF-8A20-A22559B68AAA}">
      <dsp:nvSpPr>
        <dsp:cNvPr id="0" name=""/>
        <dsp:cNvSpPr/>
      </dsp:nvSpPr>
      <dsp:spPr>
        <a:xfrm>
          <a:off x="4169271" y="3049585"/>
          <a:ext cx="2177057" cy="130623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High quality 3D games</a:t>
          </a:r>
          <a:endParaRPr lang="en-US" sz="2000" kern="1200"/>
        </a:p>
      </dsp:txBody>
      <dsp:txXfrm>
        <a:off x="4169271" y="3049585"/>
        <a:ext cx="2177057" cy="13062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72BBDF-808B-47DA-AB6A-9C45B926B506}">
      <dsp:nvSpPr>
        <dsp:cNvPr id="0" name=""/>
        <dsp:cNvSpPr/>
      </dsp:nvSpPr>
      <dsp:spPr>
        <a:xfrm>
          <a:off x="0" y="158349"/>
          <a:ext cx="3283267" cy="196996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In order to enhance data rate in existing 3G networks, another two technology improvements are introduced to network. </a:t>
          </a:r>
          <a:endParaRPr lang="en-US" sz="2000" kern="1200"/>
        </a:p>
      </dsp:txBody>
      <dsp:txXfrm>
        <a:off x="0" y="158349"/>
        <a:ext cx="3283267" cy="1969960"/>
      </dsp:txXfrm>
    </dsp:sp>
    <dsp:sp modelId="{32A85A19-3035-4B7A-ADB1-B98DC1C42210}">
      <dsp:nvSpPr>
        <dsp:cNvPr id="0" name=""/>
        <dsp:cNvSpPr/>
      </dsp:nvSpPr>
      <dsp:spPr>
        <a:xfrm>
          <a:off x="3611594" y="158349"/>
          <a:ext cx="3283267" cy="196996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HSDPA – High Speed Downlink Packet access and HSUPA – High Speed Uplink Packet Access, developed and deployed to the 3G networks. </a:t>
          </a:r>
          <a:endParaRPr lang="en-US" sz="2000" kern="1200"/>
        </a:p>
      </dsp:txBody>
      <dsp:txXfrm>
        <a:off x="3611594" y="158349"/>
        <a:ext cx="3283267" cy="1969960"/>
      </dsp:txXfrm>
    </dsp:sp>
    <dsp:sp modelId="{2EBB305E-85CA-4809-9ECA-7BDB5E904A41}">
      <dsp:nvSpPr>
        <dsp:cNvPr id="0" name=""/>
        <dsp:cNvSpPr/>
      </dsp:nvSpPr>
      <dsp:spPr>
        <a:xfrm>
          <a:off x="7223188" y="158349"/>
          <a:ext cx="3283267" cy="196996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3.5G network can support up to 2mbps data rate.</a:t>
          </a:r>
          <a:endParaRPr lang="en-US" sz="2000" kern="1200"/>
        </a:p>
      </dsp:txBody>
      <dsp:txXfrm>
        <a:off x="7223188" y="158349"/>
        <a:ext cx="3283267" cy="1969960"/>
      </dsp:txXfrm>
    </dsp:sp>
    <dsp:sp modelId="{EFB5A265-E474-405D-8B10-98D7AAFE7D89}">
      <dsp:nvSpPr>
        <dsp:cNvPr id="0" name=""/>
        <dsp:cNvSpPr/>
      </dsp:nvSpPr>
      <dsp:spPr>
        <a:xfrm>
          <a:off x="1805797" y="2456636"/>
          <a:ext cx="3283267" cy="196996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t>3.75 system is an improved version of 3G network with HSPA+ High Speed Packet Access plus. </a:t>
          </a:r>
          <a:endParaRPr lang="en-US" sz="2000" kern="1200" dirty="0"/>
        </a:p>
      </dsp:txBody>
      <dsp:txXfrm>
        <a:off x="1805797" y="2456636"/>
        <a:ext cx="3283267" cy="1969960"/>
      </dsp:txXfrm>
    </dsp:sp>
    <dsp:sp modelId="{4AE2C598-9D4D-4F69-9FFB-7A98B7E9F33F}">
      <dsp:nvSpPr>
        <dsp:cNvPr id="0" name=""/>
        <dsp:cNvSpPr/>
      </dsp:nvSpPr>
      <dsp:spPr>
        <a:xfrm>
          <a:off x="5417391" y="2456636"/>
          <a:ext cx="3283267" cy="1969960"/>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t>Later this system will evolve into more powerful 3.9G system known as </a:t>
          </a:r>
          <a:r>
            <a:rPr lang="en-US" sz="2000" b="0" i="0" u="none" kern="1200" dirty="0">
              <a:solidFill>
                <a:schemeClr val="bg1"/>
              </a:solidFill>
            </a:rPr>
            <a:t>LTE</a:t>
          </a:r>
          <a:r>
            <a:rPr lang="en-US" sz="2000" b="0" i="0" kern="1200" dirty="0"/>
            <a:t> (Long Term Evolution).</a:t>
          </a:r>
          <a:endParaRPr lang="en-US" sz="2000" kern="1200" dirty="0"/>
        </a:p>
      </dsp:txBody>
      <dsp:txXfrm>
        <a:off x="5417391" y="2456636"/>
        <a:ext cx="3283267" cy="19699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19D65-2071-4EEC-8244-8148779905B0}">
      <dsp:nvSpPr>
        <dsp:cNvPr id="0" name=""/>
        <dsp:cNvSpPr/>
      </dsp:nvSpPr>
      <dsp:spPr>
        <a:xfrm>
          <a:off x="494327" y="956288"/>
          <a:ext cx="802089" cy="8020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805FB1-5372-4D70-A2E0-62A17F27EDE6}">
      <dsp:nvSpPr>
        <dsp:cNvPr id="0" name=""/>
        <dsp:cNvSpPr/>
      </dsp:nvSpPr>
      <dsp:spPr>
        <a:xfrm>
          <a:off x="4161" y="2025762"/>
          <a:ext cx="1782421" cy="71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0" i="0" kern="1200"/>
            <a:t>Expensive spectrum licenses</a:t>
          </a:r>
          <a:endParaRPr lang="en-US" sz="1200" kern="1200"/>
        </a:p>
      </dsp:txBody>
      <dsp:txXfrm>
        <a:off x="4161" y="2025762"/>
        <a:ext cx="1782421" cy="712968"/>
      </dsp:txXfrm>
    </dsp:sp>
    <dsp:sp modelId="{611F0E6D-6754-41ED-94F0-8C7DCD083A40}">
      <dsp:nvSpPr>
        <dsp:cNvPr id="0" name=""/>
        <dsp:cNvSpPr/>
      </dsp:nvSpPr>
      <dsp:spPr>
        <a:xfrm>
          <a:off x="2588673" y="956288"/>
          <a:ext cx="802089" cy="8020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A3347A-C8D7-4F58-BA2F-4AE2B3E8F67C}">
      <dsp:nvSpPr>
        <dsp:cNvPr id="0" name=""/>
        <dsp:cNvSpPr/>
      </dsp:nvSpPr>
      <dsp:spPr>
        <a:xfrm>
          <a:off x="2098507" y="2025762"/>
          <a:ext cx="1782421" cy="71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0" i="0" kern="1200"/>
            <a:t>Costly infrastructure, equipment and implementation</a:t>
          </a:r>
          <a:endParaRPr lang="en-US" sz="1200" kern="1200"/>
        </a:p>
      </dsp:txBody>
      <dsp:txXfrm>
        <a:off x="2098507" y="2025762"/>
        <a:ext cx="1782421" cy="712968"/>
      </dsp:txXfrm>
    </dsp:sp>
    <dsp:sp modelId="{FE139714-01EF-4B68-974F-04B69ACA614E}">
      <dsp:nvSpPr>
        <dsp:cNvPr id="0" name=""/>
        <dsp:cNvSpPr/>
      </dsp:nvSpPr>
      <dsp:spPr>
        <a:xfrm>
          <a:off x="4683019" y="956288"/>
          <a:ext cx="802089" cy="8020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C9CE72-1706-477D-B8CD-5A7BF7ED8616}">
      <dsp:nvSpPr>
        <dsp:cNvPr id="0" name=""/>
        <dsp:cNvSpPr/>
      </dsp:nvSpPr>
      <dsp:spPr>
        <a:xfrm>
          <a:off x="4192853" y="2025762"/>
          <a:ext cx="1782421" cy="71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0" i="0" kern="1200"/>
            <a:t>Higher bandwidth requirements to support higher data rate</a:t>
          </a:r>
          <a:endParaRPr lang="en-US" sz="1200" kern="1200"/>
        </a:p>
      </dsp:txBody>
      <dsp:txXfrm>
        <a:off x="4192853" y="2025762"/>
        <a:ext cx="1782421" cy="712968"/>
      </dsp:txXfrm>
    </dsp:sp>
    <dsp:sp modelId="{9A7BA8D0-F1FE-49CC-8B7B-7144619155D6}">
      <dsp:nvSpPr>
        <dsp:cNvPr id="0" name=""/>
        <dsp:cNvSpPr/>
      </dsp:nvSpPr>
      <dsp:spPr>
        <a:xfrm>
          <a:off x="6777364" y="956288"/>
          <a:ext cx="802089" cy="80208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F7F59A-27DF-42C4-98FC-3D433B63C48C}">
      <dsp:nvSpPr>
        <dsp:cNvPr id="0" name=""/>
        <dsp:cNvSpPr/>
      </dsp:nvSpPr>
      <dsp:spPr>
        <a:xfrm>
          <a:off x="6287198" y="2025762"/>
          <a:ext cx="1782421" cy="71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0" i="0" kern="1200"/>
            <a:t>Costly mobile devices</a:t>
          </a:r>
          <a:endParaRPr lang="en-US" sz="1200" kern="1200"/>
        </a:p>
      </dsp:txBody>
      <dsp:txXfrm>
        <a:off x="6287198" y="2025762"/>
        <a:ext cx="1782421" cy="712968"/>
      </dsp:txXfrm>
    </dsp:sp>
    <dsp:sp modelId="{228ADC20-3A3B-4710-9D02-E8AF5D068E29}">
      <dsp:nvSpPr>
        <dsp:cNvPr id="0" name=""/>
        <dsp:cNvSpPr/>
      </dsp:nvSpPr>
      <dsp:spPr>
        <a:xfrm>
          <a:off x="8871710" y="956288"/>
          <a:ext cx="802089" cy="80208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A4FC67-10E7-4845-8460-05539BBFBF86}">
      <dsp:nvSpPr>
        <dsp:cNvPr id="0" name=""/>
        <dsp:cNvSpPr/>
      </dsp:nvSpPr>
      <dsp:spPr>
        <a:xfrm>
          <a:off x="8381544" y="2025762"/>
          <a:ext cx="1782421" cy="71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0" i="0" kern="1200"/>
            <a:t>Compatibility with older generation 2G system and frequency bands</a:t>
          </a:r>
          <a:endParaRPr lang="en-US" sz="1200" kern="1200"/>
        </a:p>
      </dsp:txBody>
      <dsp:txXfrm>
        <a:off x="8381544" y="2025762"/>
        <a:ext cx="1782421" cy="71296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A85E8E-255A-4D21-904B-09B062674A08}">
      <dsp:nvSpPr>
        <dsp:cNvPr id="0" name=""/>
        <dsp:cNvSpPr/>
      </dsp:nvSpPr>
      <dsp:spPr>
        <a:xfrm>
          <a:off x="82613" y="92113"/>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EB4FF4-EDBC-4E6D-861C-811AF581CD95}">
      <dsp:nvSpPr>
        <dsp:cNvPr id="0" name=""/>
        <dsp:cNvSpPr/>
      </dsp:nvSpPr>
      <dsp:spPr>
        <a:xfrm>
          <a:off x="271034" y="280535"/>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431130-57E0-4B98-8C67-4657E3FE62B6}">
      <dsp:nvSpPr>
        <dsp:cNvPr id="0" name=""/>
        <dsp:cNvSpPr/>
      </dsp:nvSpPr>
      <dsp:spPr>
        <a:xfrm>
          <a:off x="1172126" y="92113"/>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0" i="0" kern="1200"/>
            <a:t>4G systems are enhanced version of 3G networks developed by IEEE, offers higher data rate and capable to handle more advanced multimedia services. </a:t>
          </a:r>
          <a:endParaRPr lang="en-US" sz="1100" kern="1200"/>
        </a:p>
      </dsp:txBody>
      <dsp:txXfrm>
        <a:off x="1172126" y="92113"/>
        <a:ext cx="2114937" cy="897246"/>
      </dsp:txXfrm>
    </dsp:sp>
    <dsp:sp modelId="{EE0BC2F2-8EBF-4565-A9D1-FFCCF1920571}">
      <dsp:nvSpPr>
        <dsp:cNvPr id="0" name=""/>
        <dsp:cNvSpPr/>
      </dsp:nvSpPr>
      <dsp:spPr>
        <a:xfrm>
          <a:off x="3655575" y="92113"/>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1D3CE3-3FDD-46DB-97F2-8B29F028D0DC}">
      <dsp:nvSpPr>
        <dsp:cNvPr id="0" name=""/>
        <dsp:cNvSpPr/>
      </dsp:nvSpPr>
      <dsp:spPr>
        <a:xfrm>
          <a:off x="3843996" y="280535"/>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B27F6C-C86D-4D3E-81FB-5690EE618580}">
      <dsp:nvSpPr>
        <dsp:cNvPr id="0" name=""/>
        <dsp:cNvSpPr/>
      </dsp:nvSpPr>
      <dsp:spPr>
        <a:xfrm>
          <a:off x="4745088" y="92113"/>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0" i="0" kern="1200"/>
            <a:t>LTE and LTE advanced wireless technology used in 4th generation systems. </a:t>
          </a:r>
          <a:endParaRPr lang="en-US" sz="1100" kern="1200"/>
        </a:p>
      </dsp:txBody>
      <dsp:txXfrm>
        <a:off x="4745088" y="92113"/>
        <a:ext cx="2114937" cy="897246"/>
      </dsp:txXfrm>
    </dsp:sp>
    <dsp:sp modelId="{5F90A4D0-971D-453B-A658-896FB6C4408F}">
      <dsp:nvSpPr>
        <dsp:cNvPr id="0" name=""/>
        <dsp:cNvSpPr/>
      </dsp:nvSpPr>
      <dsp:spPr>
        <a:xfrm>
          <a:off x="7228536" y="92113"/>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3B5088-FD05-4991-8BD8-AA4B6ABD068C}">
      <dsp:nvSpPr>
        <dsp:cNvPr id="0" name=""/>
        <dsp:cNvSpPr/>
      </dsp:nvSpPr>
      <dsp:spPr>
        <a:xfrm>
          <a:off x="7416958" y="280535"/>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AC751D-151C-4528-87FC-EB137055B660}">
      <dsp:nvSpPr>
        <dsp:cNvPr id="0" name=""/>
        <dsp:cNvSpPr/>
      </dsp:nvSpPr>
      <dsp:spPr>
        <a:xfrm>
          <a:off x="8318049" y="92113"/>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0" i="0" kern="1200"/>
            <a:t>Furthermore, it has compatibility with previous version thus easier deployment and upgrade of LTE and LTE advanced networks are possible.</a:t>
          </a:r>
          <a:endParaRPr lang="en-US" sz="1100" kern="1200"/>
        </a:p>
      </dsp:txBody>
      <dsp:txXfrm>
        <a:off x="8318049" y="92113"/>
        <a:ext cx="2114937" cy="897246"/>
      </dsp:txXfrm>
    </dsp:sp>
    <dsp:sp modelId="{92F64DD7-0C95-44D7-8839-75FD9698BB24}">
      <dsp:nvSpPr>
        <dsp:cNvPr id="0" name=""/>
        <dsp:cNvSpPr/>
      </dsp:nvSpPr>
      <dsp:spPr>
        <a:xfrm>
          <a:off x="82613" y="1730139"/>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BBFDA0-6FF9-472F-BF74-2EC7A6F34AE9}">
      <dsp:nvSpPr>
        <dsp:cNvPr id="0" name=""/>
        <dsp:cNvSpPr/>
      </dsp:nvSpPr>
      <dsp:spPr>
        <a:xfrm>
          <a:off x="271034" y="1918560"/>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AFCF26-5FB5-43B9-ADF6-C78E88C4C1CC}">
      <dsp:nvSpPr>
        <dsp:cNvPr id="0" name=""/>
        <dsp:cNvSpPr/>
      </dsp:nvSpPr>
      <dsp:spPr>
        <a:xfrm>
          <a:off x="1172126" y="173013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0" i="0" kern="1200"/>
            <a:t>Simultaneous transmission of voice and data is possible with LTE system which significantly improve data rate. </a:t>
          </a:r>
          <a:endParaRPr lang="en-US" sz="1100" kern="1200"/>
        </a:p>
      </dsp:txBody>
      <dsp:txXfrm>
        <a:off x="1172126" y="1730139"/>
        <a:ext cx="2114937" cy="897246"/>
      </dsp:txXfrm>
    </dsp:sp>
    <dsp:sp modelId="{9263AECE-BF2B-413D-AB57-9B98D7EE8DA5}">
      <dsp:nvSpPr>
        <dsp:cNvPr id="0" name=""/>
        <dsp:cNvSpPr/>
      </dsp:nvSpPr>
      <dsp:spPr>
        <a:xfrm>
          <a:off x="3655575" y="1730139"/>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A77414-06FF-4CE3-9375-C420FE581E86}">
      <dsp:nvSpPr>
        <dsp:cNvPr id="0" name=""/>
        <dsp:cNvSpPr/>
      </dsp:nvSpPr>
      <dsp:spPr>
        <a:xfrm>
          <a:off x="3843996" y="1918560"/>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249BC4-89D9-4455-BA58-694926BD2008}">
      <dsp:nvSpPr>
        <dsp:cNvPr id="0" name=""/>
        <dsp:cNvSpPr/>
      </dsp:nvSpPr>
      <dsp:spPr>
        <a:xfrm>
          <a:off x="4745088" y="173013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0" i="0" kern="1200"/>
            <a:t>All services including voice services can be transmitted over IP packets. </a:t>
          </a:r>
          <a:endParaRPr lang="en-US" sz="1100" kern="1200"/>
        </a:p>
      </dsp:txBody>
      <dsp:txXfrm>
        <a:off x="4745088" y="1730139"/>
        <a:ext cx="2114937" cy="897246"/>
      </dsp:txXfrm>
    </dsp:sp>
    <dsp:sp modelId="{A847F7C0-3657-4EE4-8C12-EDF661ECC7CC}">
      <dsp:nvSpPr>
        <dsp:cNvPr id="0" name=""/>
        <dsp:cNvSpPr/>
      </dsp:nvSpPr>
      <dsp:spPr>
        <a:xfrm>
          <a:off x="7228536" y="1730139"/>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D6E798-0837-4C76-8D8E-35B63059C0D8}">
      <dsp:nvSpPr>
        <dsp:cNvPr id="0" name=""/>
        <dsp:cNvSpPr/>
      </dsp:nvSpPr>
      <dsp:spPr>
        <a:xfrm>
          <a:off x="7416958" y="1918560"/>
          <a:ext cx="520402" cy="5204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8650AE-ABCC-4C8B-A113-9930558F5AE3}">
      <dsp:nvSpPr>
        <dsp:cNvPr id="0" name=""/>
        <dsp:cNvSpPr/>
      </dsp:nvSpPr>
      <dsp:spPr>
        <a:xfrm>
          <a:off x="8318049" y="173013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0" i="0" kern="1200"/>
            <a:t>Complex modulation schemes and carrier aggregation is used to multiply uplink / downlink capacity.</a:t>
          </a:r>
          <a:endParaRPr lang="en-US" sz="1100" kern="1200"/>
        </a:p>
      </dsp:txBody>
      <dsp:txXfrm>
        <a:off x="8318049" y="1730139"/>
        <a:ext cx="2114937" cy="897246"/>
      </dsp:txXfrm>
    </dsp:sp>
    <dsp:sp modelId="{40D8AD2A-2E56-4AFA-A08F-6E950C15B572}">
      <dsp:nvSpPr>
        <dsp:cNvPr id="0" name=""/>
        <dsp:cNvSpPr/>
      </dsp:nvSpPr>
      <dsp:spPr>
        <a:xfrm>
          <a:off x="82613" y="3368164"/>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510979-DDFE-4D15-BDBA-58CF9FCBC514}">
      <dsp:nvSpPr>
        <dsp:cNvPr id="0" name=""/>
        <dsp:cNvSpPr/>
      </dsp:nvSpPr>
      <dsp:spPr>
        <a:xfrm>
          <a:off x="271034" y="3556585"/>
          <a:ext cx="520402" cy="520402"/>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6CFF8D-717F-4E8A-8399-AC7F534BCA9A}">
      <dsp:nvSpPr>
        <dsp:cNvPr id="0" name=""/>
        <dsp:cNvSpPr/>
      </dsp:nvSpPr>
      <dsp:spPr>
        <a:xfrm>
          <a:off x="1172126" y="3368164"/>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0" i="0" kern="1200"/>
            <a:t>Wireless transmission technologies like WiMax are introduced in 4G system to enhance data rate and network performance.</a:t>
          </a:r>
          <a:endParaRPr lang="en-US" sz="1100" kern="1200"/>
        </a:p>
      </dsp:txBody>
      <dsp:txXfrm>
        <a:off x="1172126" y="3368164"/>
        <a:ext cx="2114937" cy="89724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7A177A-D969-46A7-BC5F-184D89FFB247}">
      <dsp:nvSpPr>
        <dsp:cNvPr id="0" name=""/>
        <dsp:cNvSpPr/>
      </dsp:nvSpPr>
      <dsp:spPr>
        <a:xfrm>
          <a:off x="474228" y="1187711"/>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7A6351-61DC-4F35-844B-2A823EDB0AD8}">
      <dsp:nvSpPr>
        <dsp:cNvPr id="0" name=""/>
        <dsp:cNvSpPr/>
      </dsp:nvSpPr>
      <dsp:spPr>
        <a:xfrm>
          <a:off x="708228" y="1421711"/>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879000-F146-4110-A881-C38AB58ED47F}">
      <dsp:nvSpPr>
        <dsp:cNvPr id="0" name=""/>
        <dsp:cNvSpPr/>
      </dsp:nvSpPr>
      <dsp:spPr>
        <a:xfrm>
          <a:off x="123228" y="262771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b="0" i="0" kern="1200"/>
            <a:t>Much higher data rate up to 1Gbps</a:t>
          </a:r>
          <a:endParaRPr lang="en-US" sz="1200" kern="1200"/>
        </a:p>
      </dsp:txBody>
      <dsp:txXfrm>
        <a:off x="123228" y="2627711"/>
        <a:ext cx="1800000" cy="720000"/>
      </dsp:txXfrm>
    </dsp:sp>
    <dsp:sp modelId="{D065733B-D35E-4A83-A6F5-3E9BC471091B}">
      <dsp:nvSpPr>
        <dsp:cNvPr id="0" name=""/>
        <dsp:cNvSpPr/>
      </dsp:nvSpPr>
      <dsp:spPr>
        <a:xfrm>
          <a:off x="2589228" y="1187711"/>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BD1866-F52A-4E61-B6B9-4E35822D1933}">
      <dsp:nvSpPr>
        <dsp:cNvPr id="0" name=""/>
        <dsp:cNvSpPr/>
      </dsp:nvSpPr>
      <dsp:spPr>
        <a:xfrm>
          <a:off x="2823228" y="1421711"/>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8744A7-FA05-4BAB-BA9B-CC31B8650331}">
      <dsp:nvSpPr>
        <dsp:cNvPr id="0" name=""/>
        <dsp:cNvSpPr/>
      </dsp:nvSpPr>
      <dsp:spPr>
        <a:xfrm>
          <a:off x="2238228" y="262771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b="0" i="0" kern="1200"/>
            <a:t>Enhanced security and mobility</a:t>
          </a:r>
          <a:endParaRPr lang="en-US" sz="1200" kern="1200"/>
        </a:p>
      </dsp:txBody>
      <dsp:txXfrm>
        <a:off x="2238228" y="2627711"/>
        <a:ext cx="1800000" cy="720000"/>
      </dsp:txXfrm>
    </dsp:sp>
    <dsp:sp modelId="{785F9DB8-778B-4A5A-85CE-16A4F1941B33}">
      <dsp:nvSpPr>
        <dsp:cNvPr id="0" name=""/>
        <dsp:cNvSpPr/>
      </dsp:nvSpPr>
      <dsp:spPr>
        <a:xfrm>
          <a:off x="4704228" y="1187711"/>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7D734D-1302-481B-80D5-6A90C1BBA44A}">
      <dsp:nvSpPr>
        <dsp:cNvPr id="0" name=""/>
        <dsp:cNvSpPr/>
      </dsp:nvSpPr>
      <dsp:spPr>
        <a:xfrm>
          <a:off x="4938228" y="1421711"/>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74775D-46F6-4C33-A96D-051C4A836779}">
      <dsp:nvSpPr>
        <dsp:cNvPr id="0" name=""/>
        <dsp:cNvSpPr/>
      </dsp:nvSpPr>
      <dsp:spPr>
        <a:xfrm>
          <a:off x="4353228" y="262771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b="0" i="0" kern="1200"/>
            <a:t>Reduced latency for mission critical applications</a:t>
          </a:r>
          <a:endParaRPr lang="en-US" sz="1200" kern="1200"/>
        </a:p>
      </dsp:txBody>
      <dsp:txXfrm>
        <a:off x="4353228" y="2627711"/>
        <a:ext cx="1800000" cy="720000"/>
      </dsp:txXfrm>
    </dsp:sp>
    <dsp:sp modelId="{DA5DF352-38D3-4501-96AC-0679C859CAA5}">
      <dsp:nvSpPr>
        <dsp:cNvPr id="0" name=""/>
        <dsp:cNvSpPr/>
      </dsp:nvSpPr>
      <dsp:spPr>
        <a:xfrm>
          <a:off x="6819228" y="1187711"/>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EC82EF-1074-40F3-88FD-550BF9D4CAC7}">
      <dsp:nvSpPr>
        <dsp:cNvPr id="0" name=""/>
        <dsp:cNvSpPr/>
      </dsp:nvSpPr>
      <dsp:spPr>
        <a:xfrm>
          <a:off x="7053228" y="1421711"/>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A15361-8091-4F53-950E-6D78D1783F35}">
      <dsp:nvSpPr>
        <dsp:cNvPr id="0" name=""/>
        <dsp:cNvSpPr/>
      </dsp:nvSpPr>
      <dsp:spPr>
        <a:xfrm>
          <a:off x="6468228" y="262771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b="0" i="0" kern="1200"/>
            <a:t>High definition video streaming and gaming</a:t>
          </a:r>
          <a:endParaRPr lang="en-US" sz="1200" kern="1200"/>
        </a:p>
      </dsp:txBody>
      <dsp:txXfrm>
        <a:off x="6468228" y="2627711"/>
        <a:ext cx="1800000" cy="720000"/>
      </dsp:txXfrm>
    </dsp:sp>
    <dsp:sp modelId="{81DABC1F-F4E9-4338-A006-1272E3A8D71E}">
      <dsp:nvSpPr>
        <dsp:cNvPr id="0" name=""/>
        <dsp:cNvSpPr/>
      </dsp:nvSpPr>
      <dsp:spPr>
        <a:xfrm>
          <a:off x="8934228" y="1187711"/>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61A1AA-547A-45E2-A7CB-4894463FEF6B}">
      <dsp:nvSpPr>
        <dsp:cNvPr id="0" name=""/>
        <dsp:cNvSpPr/>
      </dsp:nvSpPr>
      <dsp:spPr>
        <a:xfrm>
          <a:off x="9168228" y="1421711"/>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FEB7E4-DD27-41E8-B732-9ADB815A3681}">
      <dsp:nvSpPr>
        <dsp:cNvPr id="0" name=""/>
        <dsp:cNvSpPr/>
      </dsp:nvSpPr>
      <dsp:spPr>
        <a:xfrm>
          <a:off x="8583228" y="262771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b="0" i="0" kern="1200"/>
            <a:t>Voice over LTE network VoLTE (use IP packets for voice)</a:t>
          </a:r>
          <a:endParaRPr lang="en-US" sz="1200" kern="1200"/>
        </a:p>
      </dsp:txBody>
      <dsp:txXfrm>
        <a:off x="8583228" y="2627711"/>
        <a:ext cx="1800000" cy="720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BBD3B0-0A2A-4103-96F3-F4FD716E39B8}">
      <dsp:nvSpPr>
        <dsp:cNvPr id="0" name=""/>
        <dsp:cNvSpPr/>
      </dsp:nvSpPr>
      <dsp:spPr>
        <a:xfrm>
          <a:off x="0" y="0"/>
          <a:ext cx="6830568"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B9D385-BE1D-49D3-8AA7-12466CAE831D}">
      <dsp:nvSpPr>
        <dsp:cNvPr id="0" name=""/>
        <dsp:cNvSpPr/>
      </dsp:nvSpPr>
      <dsp:spPr>
        <a:xfrm>
          <a:off x="0" y="0"/>
          <a:ext cx="6830568" cy="136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a:t>Expensive hardware and infrastructure</a:t>
          </a:r>
          <a:endParaRPr lang="en-US" sz="2700" kern="1200"/>
        </a:p>
      </dsp:txBody>
      <dsp:txXfrm>
        <a:off x="0" y="0"/>
        <a:ext cx="6830568" cy="1360170"/>
      </dsp:txXfrm>
    </dsp:sp>
    <dsp:sp modelId="{2ED42B4D-A26F-4C2D-BC62-83934441DA9A}">
      <dsp:nvSpPr>
        <dsp:cNvPr id="0" name=""/>
        <dsp:cNvSpPr/>
      </dsp:nvSpPr>
      <dsp:spPr>
        <a:xfrm>
          <a:off x="0" y="1360170"/>
          <a:ext cx="6830568"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3DFFC8-8345-456C-9DC6-4F483D5D5BFA}">
      <dsp:nvSpPr>
        <dsp:cNvPr id="0" name=""/>
        <dsp:cNvSpPr/>
      </dsp:nvSpPr>
      <dsp:spPr>
        <a:xfrm>
          <a:off x="0" y="1360170"/>
          <a:ext cx="6830568" cy="136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a:t>Costly spectrum (most countries, frequency bands are too expensive)</a:t>
          </a:r>
          <a:endParaRPr lang="en-US" sz="2700" kern="1200"/>
        </a:p>
      </dsp:txBody>
      <dsp:txXfrm>
        <a:off x="0" y="1360170"/>
        <a:ext cx="6830568" cy="1360170"/>
      </dsp:txXfrm>
    </dsp:sp>
    <dsp:sp modelId="{8351B976-9B7B-4CCA-B742-77DA54186131}">
      <dsp:nvSpPr>
        <dsp:cNvPr id="0" name=""/>
        <dsp:cNvSpPr/>
      </dsp:nvSpPr>
      <dsp:spPr>
        <a:xfrm>
          <a:off x="0" y="2720340"/>
          <a:ext cx="6830568"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130B3C-9091-4BE3-A178-4937C7DBE826}">
      <dsp:nvSpPr>
        <dsp:cNvPr id="0" name=""/>
        <dsp:cNvSpPr/>
      </dsp:nvSpPr>
      <dsp:spPr>
        <a:xfrm>
          <a:off x="0" y="2720340"/>
          <a:ext cx="6830568" cy="136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a:t>High end mobile devices compatible with 4G technology required, which is costly</a:t>
          </a:r>
          <a:endParaRPr lang="en-US" sz="2700" kern="1200"/>
        </a:p>
      </dsp:txBody>
      <dsp:txXfrm>
        <a:off x="0" y="2720340"/>
        <a:ext cx="6830568" cy="1360170"/>
      </dsp:txXfrm>
    </dsp:sp>
    <dsp:sp modelId="{AF205CA9-29B9-4536-A4EE-B9F96B4F6E08}">
      <dsp:nvSpPr>
        <dsp:cNvPr id="0" name=""/>
        <dsp:cNvSpPr/>
      </dsp:nvSpPr>
      <dsp:spPr>
        <a:xfrm>
          <a:off x="0" y="4080509"/>
          <a:ext cx="6830568"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D98FB2-271F-4A43-9BD2-AAA988459E4B}">
      <dsp:nvSpPr>
        <dsp:cNvPr id="0" name=""/>
        <dsp:cNvSpPr/>
      </dsp:nvSpPr>
      <dsp:spPr>
        <a:xfrm>
          <a:off x="0" y="4080510"/>
          <a:ext cx="6830568" cy="136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a:t>Wide deployment and upgrade is time consuming</a:t>
          </a:r>
          <a:endParaRPr lang="en-US" sz="2700" kern="1200"/>
        </a:p>
      </dsp:txBody>
      <dsp:txXfrm>
        <a:off x="0" y="4080510"/>
        <a:ext cx="6830568" cy="136017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EE5137-1715-49B3-BD97-C491A3B048D6}">
      <dsp:nvSpPr>
        <dsp:cNvPr id="0" name=""/>
        <dsp:cNvSpPr/>
      </dsp:nvSpPr>
      <dsp:spPr>
        <a:xfrm>
          <a:off x="1085603" y="192"/>
          <a:ext cx="957533" cy="957533"/>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8D4700-4957-4471-988D-F8CA5EE0C7CC}">
      <dsp:nvSpPr>
        <dsp:cNvPr id="0" name=""/>
        <dsp:cNvSpPr/>
      </dsp:nvSpPr>
      <dsp:spPr>
        <a:xfrm>
          <a:off x="1289668" y="204257"/>
          <a:ext cx="549404" cy="5494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D109B7-F276-4965-80B8-165199FD83B1}">
      <dsp:nvSpPr>
        <dsp:cNvPr id="0" name=""/>
        <dsp:cNvSpPr/>
      </dsp:nvSpPr>
      <dsp:spPr>
        <a:xfrm>
          <a:off x="779507" y="1255974"/>
          <a:ext cx="1569726" cy="815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a:t>Ultra fast mobile internet up to 10Gbps</a:t>
          </a:r>
          <a:endParaRPr lang="en-US" sz="1100" kern="1200"/>
        </a:p>
      </dsp:txBody>
      <dsp:txXfrm>
        <a:off x="779507" y="1255974"/>
        <a:ext cx="1569726" cy="815522"/>
      </dsp:txXfrm>
    </dsp:sp>
    <dsp:sp modelId="{C866479C-F695-4070-B92F-90064D4FEDD3}">
      <dsp:nvSpPr>
        <dsp:cNvPr id="0" name=""/>
        <dsp:cNvSpPr/>
      </dsp:nvSpPr>
      <dsp:spPr>
        <a:xfrm>
          <a:off x="2930032" y="192"/>
          <a:ext cx="957533" cy="957533"/>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24A39C-5BD9-4BD3-ABBE-FEAE602F47AC}">
      <dsp:nvSpPr>
        <dsp:cNvPr id="0" name=""/>
        <dsp:cNvSpPr/>
      </dsp:nvSpPr>
      <dsp:spPr>
        <a:xfrm>
          <a:off x="3134097" y="204257"/>
          <a:ext cx="549404" cy="5494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962B6E-4FF3-42C9-81C4-029BBF97B7AA}">
      <dsp:nvSpPr>
        <dsp:cNvPr id="0" name=""/>
        <dsp:cNvSpPr/>
      </dsp:nvSpPr>
      <dsp:spPr>
        <a:xfrm>
          <a:off x="2623936" y="1255974"/>
          <a:ext cx="1569726" cy="815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a:t>Low latency in milliseconds (significant for mission critical applications)</a:t>
          </a:r>
          <a:endParaRPr lang="en-US" sz="1100" kern="1200"/>
        </a:p>
      </dsp:txBody>
      <dsp:txXfrm>
        <a:off x="2623936" y="1255974"/>
        <a:ext cx="1569726" cy="815522"/>
      </dsp:txXfrm>
    </dsp:sp>
    <dsp:sp modelId="{7CA9CDFE-7BA8-4841-8E67-AFB78712037E}">
      <dsp:nvSpPr>
        <dsp:cNvPr id="0" name=""/>
        <dsp:cNvSpPr/>
      </dsp:nvSpPr>
      <dsp:spPr>
        <a:xfrm>
          <a:off x="4774461" y="192"/>
          <a:ext cx="957533" cy="957533"/>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702F6B-7E39-4BC8-AA63-90490F995E28}">
      <dsp:nvSpPr>
        <dsp:cNvPr id="0" name=""/>
        <dsp:cNvSpPr/>
      </dsp:nvSpPr>
      <dsp:spPr>
        <a:xfrm>
          <a:off x="4978525" y="204257"/>
          <a:ext cx="549404" cy="5494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936995-B19D-4908-BD69-3C34A83AC161}">
      <dsp:nvSpPr>
        <dsp:cNvPr id="0" name=""/>
        <dsp:cNvSpPr/>
      </dsp:nvSpPr>
      <dsp:spPr>
        <a:xfrm>
          <a:off x="4468364" y="1255974"/>
          <a:ext cx="1569726" cy="815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a:t>Total cost deduction for data</a:t>
          </a:r>
          <a:endParaRPr lang="en-US" sz="1100" kern="1200"/>
        </a:p>
      </dsp:txBody>
      <dsp:txXfrm>
        <a:off x="4468364" y="1255974"/>
        <a:ext cx="1569726" cy="815522"/>
      </dsp:txXfrm>
    </dsp:sp>
    <dsp:sp modelId="{362C7A17-A3AF-4BE7-9C43-F6D4867B686D}">
      <dsp:nvSpPr>
        <dsp:cNvPr id="0" name=""/>
        <dsp:cNvSpPr/>
      </dsp:nvSpPr>
      <dsp:spPr>
        <a:xfrm>
          <a:off x="6618890" y="192"/>
          <a:ext cx="957533" cy="957533"/>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43979D-8DAF-4E14-93CF-42CA4A3B057A}">
      <dsp:nvSpPr>
        <dsp:cNvPr id="0" name=""/>
        <dsp:cNvSpPr/>
      </dsp:nvSpPr>
      <dsp:spPr>
        <a:xfrm>
          <a:off x="6822954" y="204257"/>
          <a:ext cx="549404" cy="54940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5B3638-55A7-4044-8B9D-7DDDC3C0962A}">
      <dsp:nvSpPr>
        <dsp:cNvPr id="0" name=""/>
        <dsp:cNvSpPr/>
      </dsp:nvSpPr>
      <dsp:spPr>
        <a:xfrm>
          <a:off x="6312793" y="1255974"/>
          <a:ext cx="1569726" cy="815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a:t>Higher security and reliable network</a:t>
          </a:r>
          <a:endParaRPr lang="en-US" sz="1100" kern="1200"/>
        </a:p>
      </dsp:txBody>
      <dsp:txXfrm>
        <a:off x="6312793" y="1255974"/>
        <a:ext cx="1569726" cy="815522"/>
      </dsp:txXfrm>
    </dsp:sp>
    <dsp:sp modelId="{A2C0EFC3-7016-45E9-B23A-D9B559D083D0}">
      <dsp:nvSpPr>
        <dsp:cNvPr id="0" name=""/>
        <dsp:cNvSpPr/>
      </dsp:nvSpPr>
      <dsp:spPr>
        <a:xfrm>
          <a:off x="8463318" y="192"/>
          <a:ext cx="957533" cy="957533"/>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1A1355-803F-4027-AEAB-4C4C7E2F49C3}">
      <dsp:nvSpPr>
        <dsp:cNvPr id="0" name=""/>
        <dsp:cNvSpPr/>
      </dsp:nvSpPr>
      <dsp:spPr>
        <a:xfrm>
          <a:off x="8667383" y="204257"/>
          <a:ext cx="549404" cy="54940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B9B262-45DA-4636-8D8D-B16956FFE9D8}">
      <dsp:nvSpPr>
        <dsp:cNvPr id="0" name=""/>
        <dsp:cNvSpPr/>
      </dsp:nvSpPr>
      <dsp:spPr>
        <a:xfrm>
          <a:off x="8157222" y="1255974"/>
          <a:ext cx="1569726" cy="815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a:t>Uses technologies like small cells, beam forming to improve efficiency</a:t>
          </a:r>
          <a:endParaRPr lang="en-US" sz="1100" kern="1200"/>
        </a:p>
      </dsp:txBody>
      <dsp:txXfrm>
        <a:off x="8157222" y="1255974"/>
        <a:ext cx="1569726" cy="815522"/>
      </dsp:txXfrm>
    </dsp:sp>
    <dsp:sp modelId="{49DA9D51-151D-402E-86D8-4AED183DCAC1}">
      <dsp:nvSpPr>
        <dsp:cNvPr id="0" name=""/>
        <dsp:cNvSpPr/>
      </dsp:nvSpPr>
      <dsp:spPr>
        <a:xfrm>
          <a:off x="3852247" y="2463927"/>
          <a:ext cx="957533" cy="957533"/>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84F648-53AF-473E-B0D9-2D3F27D4A247}">
      <dsp:nvSpPr>
        <dsp:cNvPr id="0" name=""/>
        <dsp:cNvSpPr/>
      </dsp:nvSpPr>
      <dsp:spPr>
        <a:xfrm>
          <a:off x="4056311" y="2667992"/>
          <a:ext cx="549404" cy="54940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453BA6-EAD8-4FD0-BEF7-F5C6A22674FF}">
      <dsp:nvSpPr>
        <dsp:cNvPr id="0" name=""/>
        <dsp:cNvSpPr/>
      </dsp:nvSpPr>
      <dsp:spPr>
        <a:xfrm>
          <a:off x="3546150" y="3719709"/>
          <a:ext cx="1569726" cy="815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a:t>Forward compatibility network offers further enhancements in future</a:t>
          </a:r>
          <a:endParaRPr lang="en-US" sz="1100" kern="1200"/>
        </a:p>
      </dsp:txBody>
      <dsp:txXfrm>
        <a:off x="3546150" y="3719709"/>
        <a:ext cx="1569726" cy="815522"/>
      </dsp:txXfrm>
    </dsp:sp>
    <dsp:sp modelId="{B2AA6B61-A187-4E64-8E0A-30661B78C970}">
      <dsp:nvSpPr>
        <dsp:cNvPr id="0" name=""/>
        <dsp:cNvSpPr/>
      </dsp:nvSpPr>
      <dsp:spPr>
        <a:xfrm>
          <a:off x="5696675" y="2463927"/>
          <a:ext cx="957533" cy="957533"/>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083A05-E8B6-4E3F-99F1-7C5BAFE4FD97}">
      <dsp:nvSpPr>
        <dsp:cNvPr id="0" name=""/>
        <dsp:cNvSpPr/>
      </dsp:nvSpPr>
      <dsp:spPr>
        <a:xfrm>
          <a:off x="5900740" y="2667992"/>
          <a:ext cx="549404" cy="549404"/>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BC2CC3-D9D1-471A-82DF-13F4A4064E29}">
      <dsp:nvSpPr>
        <dsp:cNvPr id="0" name=""/>
        <dsp:cNvSpPr/>
      </dsp:nvSpPr>
      <dsp:spPr>
        <a:xfrm>
          <a:off x="5390579" y="3719709"/>
          <a:ext cx="1569726" cy="815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a:t>Cloud based infrastructure offers power efficiency, easy maintenance and upgrade of hardware</a:t>
          </a:r>
          <a:endParaRPr lang="en-US" sz="1100" kern="1200"/>
        </a:p>
      </dsp:txBody>
      <dsp:txXfrm>
        <a:off x="5390579" y="3719709"/>
        <a:ext cx="1569726" cy="81552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AA535D-77D9-48D1-9B12-AAD2927D5F0A}" type="datetimeFigureOut">
              <a:rPr lang="tr-TR" smtClean="0"/>
              <a:t>20.05.2022</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555DE6-5764-4394-821E-98CAC2DAC728}" type="slidenum">
              <a:rPr lang="tr-TR" smtClean="0"/>
              <a:t>‹#›</a:t>
            </a:fld>
            <a:endParaRPr lang="tr-TR"/>
          </a:p>
        </p:txBody>
      </p:sp>
    </p:spTree>
    <p:extLst>
      <p:ext uri="{BB962C8B-B14F-4D97-AF65-F5344CB8AC3E}">
        <p14:creationId xmlns:p14="http://schemas.microsoft.com/office/powerpoint/2010/main" val="3030375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555DE6-5764-4394-821E-98CAC2DAC728}" type="slidenum">
              <a:rPr lang="tr-TR" smtClean="0"/>
              <a:t>7</a:t>
            </a:fld>
            <a:endParaRPr lang="tr-TR"/>
          </a:p>
        </p:txBody>
      </p:sp>
    </p:spTree>
    <p:extLst>
      <p:ext uri="{BB962C8B-B14F-4D97-AF65-F5344CB8AC3E}">
        <p14:creationId xmlns:p14="http://schemas.microsoft.com/office/powerpoint/2010/main" val="14056238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5/20/2022</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9158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5/20/2022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335148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5/20/2022</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1055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5/20/2022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80374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5/20/2022</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398274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5/20/2022</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16493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5/20/2022</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98741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5/20/2022</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304810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5/20/2022</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003967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5/20/2022</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809812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5/20/2022</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1313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5/20/2022</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434756645"/>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16" r:id="rId6"/>
    <p:sldLayoutId id="2147483712" r:id="rId7"/>
    <p:sldLayoutId id="2147483713" r:id="rId8"/>
    <p:sldLayoutId id="2147483714" r:id="rId9"/>
    <p:sldLayoutId id="2147483715" r:id="rId10"/>
    <p:sldLayoutId id="2147483717"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2.xml.rels><?xml version="1.0" encoding="UTF-8" standalone="yes"?>
<Relationships xmlns="http://schemas.openxmlformats.org/package/2006/relationships"><Relationship Id="rId3" Type="http://schemas.openxmlformats.org/officeDocument/2006/relationships/hyperlink" Target="https://www.rfpage.com/scope-rf-technology-internet-of-things/" TargetMode="External"/><Relationship Id="rId2" Type="http://schemas.openxmlformats.org/officeDocument/2006/relationships/hyperlink" Target="https://www.rfpage.com/how-5g-technology-works/" TargetMode="External"/><Relationship Id="rId1" Type="http://schemas.openxmlformats.org/officeDocument/2006/relationships/slideLayout" Target="../slideLayouts/slideLayout2.xml"/><Relationship Id="rId5" Type="http://schemas.openxmlformats.org/officeDocument/2006/relationships/hyperlink" Target="https://www.rfpage.com/applications-5g-technology/" TargetMode="External"/><Relationship Id="rId4" Type="http://schemas.openxmlformats.org/officeDocument/2006/relationships/hyperlink" Target="https://www.rfpage.com/what-is-5g-nr-new-radio-and-how-it-works/" TargetMode="Externa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hyperlink" Target="https://www.7layers.com/en/technologies/2g/#:~:text=As%20in%20the%20case%20of,of%20up%20to%20220%20Kbp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2"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oT - 5G ">
            <a:extLst>
              <a:ext uri="{FF2B5EF4-FFF2-40B4-BE49-F238E27FC236}">
                <a16:creationId xmlns:a16="http://schemas.microsoft.com/office/drawing/2014/main" id="{E0A1D748-0D02-46E6-9098-FDC4CF9B55B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320" b="12680"/>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93"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4638503"/>
            <a:ext cx="8384770" cy="1332634"/>
          </a:xfrm>
          <a:prstGeom prst="rect">
            <a:avLst/>
          </a:prstGeom>
          <a:solidFill>
            <a:schemeClr val="bg1">
              <a:alpha val="95000"/>
            </a:schemeClr>
          </a:solidFill>
          <a:ln w="12700">
            <a:solidFill>
              <a:schemeClr val="tx2">
                <a:lumMod val="10000"/>
                <a:lumOff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60A27E61-5A0C-456D-B16A-4E6169EC6F17}"/>
              </a:ext>
            </a:extLst>
          </p:cNvPr>
          <p:cNvSpPr>
            <a:spLocks noGrp="1"/>
          </p:cNvSpPr>
          <p:nvPr>
            <p:ph type="ctrTitle"/>
          </p:nvPr>
        </p:nvSpPr>
        <p:spPr>
          <a:xfrm>
            <a:off x="2103121" y="4727173"/>
            <a:ext cx="7985759" cy="868823"/>
          </a:xfrm>
        </p:spPr>
        <p:txBody>
          <a:bodyPr anchor="ctr">
            <a:normAutofit/>
          </a:bodyPr>
          <a:lstStyle/>
          <a:p>
            <a:pPr algn="ctr"/>
            <a:r>
              <a:rPr lang="tr-TR" sz="4000" dirty="0" err="1"/>
              <a:t>Transition</a:t>
            </a:r>
            <a:r>
              <a:rPr lang="tr-TR" sz="4000" dirty="0"/>
              <a:t> </a:t>
            </a:r>
            <a:r>
              <a:rPr lang="tr-TR" sz="4000" dirty="0" err="1"/>
              <a:t>from</a:t>
            </a:r>
            <a:r>
              <a:rPr lang="tr-TR" sz="4000" dirty="0"/>
              <a:t> 1G </a:t>
            </a:r>
            <a:r>
              <a:rPr lang="tr-TR" sz="4000" dirty="0" err="1"/>
              <a:t>to</a:t>
            </a:r>
            <a:r>
              <a:rPr lang="tr-TR" sz="4000" dirty="0"/>
              <a:t> 5G</a:t>
            </a:r>
          </a:p>
        </p:txBody>
      </p:sp>
      <p:sp>
        <p:nvSpPr>
          <p:cNvPr id="194"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5628237"/>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6144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Cell towers">
            <a:extLst>
              <a:ext uri="{FF2B5EF4-FFF2-40B4-BE49-F238E27FC236}">
                <a16:creationId xmlns:a16="http://schemas.microsoft.com/office/drawing/2014/main" id="{36FDB431-A5AA-B015-9700-CD332C3544FD}"/>
              </a:ext>
            </a:extLst>
          </p:cNvPr>
          <p:cNvPicPr>
            <a:picLocks noChangeAspect="1"/>
          </p:cNvPicPr>
          <p:nvPr/>
        </p:nvPicPr>
        <p:blipFill rotWithShape="1">
          <a:blip r:embed="rId2">
            <a:alphaModFix amt="40000"/>
          </a:blip>
          <a:srcRect t="7865" b="7865"/>
          <a:stretch/>
        </p:blipFill>
        <p:spPr>
          <a:xfrm>
            <a:off x="20" y="10"/>
            <a:ext cx="12191979" cy="6857990"/>
          </a:xfrm>
          <a:prstGeom prst="rect">
            <a:avLst/>
          </a:prstGeom>
        </p:spPr>
      </p:pic>
      <p:sp>
        <p:nvSpPr>
          <p:cNvPr id="2" name="Başlık 1">
            <a:extLst>
              <a:ext uri="{FF2B5EF4-FFF2-40B4-BE49-F238E27FC236}">
                <a16:creationId xmlns:a16="http://schemas.microsoft.com/office/drawing/2014/main" id="{60FD263F-4F44-4854-A63A-4B320B3F3594}"/>
              </a:ext>
            </a:extLst>
          </p:cNvPr>
          <p:cNvSpPr>
            <a:spLocks noGrp="1"/>
          </p:cNvSpPr>
          <p:nvPr>
            <p:ph type="title"/>
          </p:nvPr>
        </p:nvSpPr>
        <p:spPr>
          <a:xfrm>
            <a:off x="841249" y="941832"/>
            <a:ext cx="10506456" cy="2057400"/>
          </a:xfrm>
        </p:spPr>
        <p:txBody>
          <a:bodyPr anchor="b">
            <a:normAutofit/>
          </a:bodyPr>
          <a:lstStyle/>
          <a:p>
            <a:r>
              <a:rPr lang="tr-TR" sz="5000"/>
              <a:t>Contents</a:t>
            </a:r>
          </a:p>
        </p:txBody>
      </p:sp>
      <p:sp>
        <p:nvSpPr>
          <p:cNvPr id="33" name="Rectangle 3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çerik Yer Tutucusu 2">
            <a:extLst>
              <a:ext uri="{FF2B5EF4-FFF2-40B4-BE49-F238E27FC236}">
                <a16:creationId xmlns:a16="http://schemas.microsoft.com/office/drawing/2014/main" id="{E085DFDD-DDB7-4D40-A6B8-352C86FB118C}"/>
              </a:ext>
            </a:extLst>
          </p:cNvPr>
          <p:cNvSpPr>
            <a:spLocks noGrp="1"/>
          </p:cNvSpPr>
          <p:nvPr>
            <p:ph idx="1"/>
          </p:nvPr>
        </p:nvSpPr>
        <p:spPr>
          <a:xfrm>
            <a:off x="841248" y="3502152"/>
            <a:ext cx="10506456" cy="2670048"/>
          </a:xfrm>
        </p:spPr>
        <p:txBody>
          <a:bodyPr>
            <a:normAutofit/>
          </a:bodyPr>
          <a:lstStyle/>
          <a:p>
            <a:pPr>
              <a:lnSpc>
                <a:spcPct val="100000"/>
              </a:lnSpc>
            </a:pPr>
            <a:r>
              <a:rPr lang="tr-TR" sz="1400">
                <a:hlinkClick r:id="" action="ppaction://noaction"/>
              </a:rPr>
              <a:t>ABSTRACT</a:t>
            </a:r>
            <a:endParaRPr lang="tr-TR" sz="1400"/>
          </a:p>
          <a:p>
            <a:pPr>
              <a:lnSpc>
                <a:spcPct val="100000"/>
              </a:lnSpc>
            </a:pPr>
            <a:r>
              <a:rPr lang="en-US" sz="1400">
                <a:hlinkClick r:id="" action="ppaction://noaction"/>
              </a:rPr>
              <a:t>1G – First generation mobile communication system</a:t>
            </a:r>
            <a:endParaRPr lang="tr-TR" sz="1400"/>
          </a:p>
          <a:p>
            <a:pPr>
              <a:lnSpc>
                <a:spcPct val="100000"/>
              </a:lnSpc>
            </a:pPr>
            <a:r>
              <a:rPr lang="en-US" sz="1400">
                <a:hlinkClick r:id="" action="ppaction://noaction"/>
              </a:rPr>
              <a:t>2G – Second generation communication system GSM</a:t>
            </a:r>
            <a:endParaRPr lang="tr-TR" sz="1400"/>
          </a:p>
          <a:p>
            <a:pPr>
              <a:lnSpc>
                <a:spcPct val="100000"/>
              </a:lnSpc>
            </a:pPr>
            <a:r>
              <a:rPr lang="en-US" sz="1400">
                <a:hlinkClick r:id="" action="ppaction://noaction"/>
              </a:rPr>
              <a:t>3G – Third generation communication system</a:t>
            </a:r>
            <a:endParaRPr lang="tr-TR" sz="1400"/>
          </a:p>
          <a:p>
            <a:pPr>
              <a:lnSpc>
                <a:spcPct val="100000"/>
              </a:lnSpc>
            </a:pPr>
            <a:r>
              <a:rPr lang="en-US" sz="1400">
                <a:hlinkClick r:id="" action="ppaction://noaction"/>
              </a:rPr>
              <a:t>4G – Fourth generation communication system</a:t>
            </a:r>
            <a:endParaRPr lang="tr-TR" sz="1400">
              <a:hlinkClick r:id="" action="ppaction://noaction"/>
            </a:endParaRPr>
          </a:p>
          <a:p>
            <a:pPr>
              <a:lnSpc>
                <a:spcPct val="100000"/>
              </a:lnSpc>
            </a:pPr>
            <a:r>
              <a:rPr lang="en-US" sz="1400">
                <a:hlinkClick r:id="" action="ppaction://noaction"/>
              </a:rPr>
              <a:t>5G – Fifth generation communication system</a:t>
            </a:r>
            <a:br>
              <a:rPr lang="en-US" sz="1400"/>
            </a:br>
            <a:r>
              <a:rPr lang="en-US" sz="1400">
                <a:hlinkClick r:id="" action="ppaction://noaction"/>
              </a:rPr>
              <a:t>Comparison of 1G to 5G technology</a:t>
            </a:r>
            <a:br>
              <a:rPr lang="en-US" sz="1400"/>
            </a:br>
            <a:endParaRPr lang="tr-TR" sz="1400"/>
          </a:p>
        </p:txBody>
      </p:sp>
    </p:spTree>
    <p:extLst>
      <p:ext uri="{BB962C8B-B14F-4D97-AF65-F5344CB8AC3E}">
        <p14:creationId xmlns:p14="http://schemas.microsoft.com/office/powerpoint/2010/main" val="278118006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3391635C-D40C-44FF-AD02-C225C6088FCF}"/>
              </a:ext>
            </a:extLst>
          </p:cNvPr>
          <p:cNvSpPr>
            <a:spLocks noGrp="1"/>
          </p:cNvSpPr>
          <p:nvPr>
            <p:ph type="title"/>
          </p:nvPr>
        </p:nvSpPr>
        <p:spPr>
          <a:xfrm>
            <a:off x="841246" y="978619"/>
            <a:ext cx="5991244" cy="1106424"/>
          </a:xfrm>
        </p:spPr>
        <p:txBody>
          <a:bodyPr>
            <a:normAutofit/>
          </a:bodyPr>
          <a:lstStyle/>
          <a:p>
            <a:r>
              <a:rPr lang="tr-TR" sz="3200" b="1" i="0" dirty="0">
                <a:effectLst/>
                <a:latin typeface="Droid Serif"/>
              </a:rPr>
              <a:t>ABSTRACT</a:t>
            </a:r>
            <a:br>
              <a:rPr lang="tr-TR" sz="3200" b="1" i="0" dirty="0">
                <a:effectLst/>
                <a:latin typeface="Droid Serif"/>
              </a:rPr>
            </a:br>
            <a:endParaRPr lang="tr-TR" sz="3200" dirty="0"/>
          </a:p>
        </p:txBody>
      </p:sp>
      <p:sp>
        <p:nvSpPr>
          <p:cNvPr id="14" name="Rectangle 13">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çerik Yer Tutucusu 2">
            <a:extLst>
              <a:ext uri="{FF2B5EF4-FFF2-40B4-BE49-F238E27FC236}">
                <a16:creationId xmlns:a16="http://schemas.microsoft.com/office/drawing/2014/main" id="{08E514B1-B8EC-428E-87C3-4F18CE5BD14E}"/>
              </a:ext>
            </a:extLst>
          </p:cNvPr>
          <p:cNvSpPr>
            <a:spLocks noGrp="1"/>
          </p:cNvSpPr>
          <p:nvPr>
            <p:ph idx="1"/>
          </p:nvPr>
        </p:nvSpPr>
        <p:spPr>
          <a:xfrm>
            <a:off x="841248" y="2252870"/>
            <a:ext cx="5993892" cy="3560251"/>
          </a:xfrm>
        </p:spPr>
        <p:txBody>
          <a:bodyPr>
            <a:normAutofit/>
          </a:bodyPr>
          <a:lstStyle/>
          <a:p>
            <a:r>
              <a:rPr lang="en-US" sz="1800" b="0" i="0" dirty="0">
                <a:effectLst/>
                <a:latin typeface="Open Sans" panose="020B0606030504020204" pitchFamily="34" charset="0"/>
              </a:rPr>
              <a:t>Wireless Mobile Communications have undergone major “generational” changes since MacDonald of Bell Telephone Laboratories introduced the concept of cellular communications in 1979. Over the last four decades, the technology has evolved from the first generation, </a:t>
            </a:r>
            <a:r>
              <a:rPr lang="en-US" sz="1800" b="1" i="0" dirty="0">
                <a:effectLst/>
                <a:latin typeface="Open Sans" panose="020B0606030504020204" pitchFamily="34" charset="0"/>
              </a:rPr>
              <a:t>1 G</a:t>
            </a:r>
            <a:r>
              <a:rPr lang="en-US" sz="1800" b="0" i="0" dirty="0">
                <a:effectLst/>
                <a:latin typeface="Open Sans" panose="020B0606030504020204" pitchFamily="34" charset="0"/>
              </a:rPr>
              <a:t>, followed by </a:t>
            </a:r>
            <a:r>
              <a:rPr lang="en-US" sz="1800" b="1" i="0" dirty="0">
                <a:effectLst/>
                <a:latin typeface="Open Sans" panose="020B0606030504020204" pitchFamily="34" charset="0"/>
              </a:rPr>
              <a:t>2 G, 3 G</a:t>
            </a:r>
            <a:r>
              <a:rPr lang="en-US" sz="1800" b="0" i="0" dirty="0">
                <a:effectLst/>
                <a:latin typeface="Open Sans" panose="020B0606030504020204" pitchFamily="34" charset="0"/>
              </a:rPr>
              <a:t>, and </a:t>
            </a:r>
            <a:r>
              <a:rPr lang="en-US" sz="1800" b="1" i="0" dirty="0">
                <a:effectLst/>
                <a:latin typeface="Open Sans" panose="020B0606030504020204" pitchFamily="34" charset="0"/>
              </a:rPr>
              <a:t>4 G</a:t>
            </a:r>
            <a:r>
              <a:rPr lang="en-US" sz="1800" b="0" i="0" dirty="0">
                <a:effectLst/>
                <a:latin typeface="Open Sans" panose="020B0606030504020204" pitchFamily="34" charset="0"/>
              </a:rPr>
              <a:t>, to reach today’s threshold of the fifth generation, </a:t>
            </a:r>
            <a:r>
              <a:rPr lang="en-US" sz="1800" b="1" i="0" dirty="0">
                <a:effectLst/>
                <a:latin typeface="Open Sans" panose="020B0606030504020204" pitchFamily="34" charset="0"/>
              </a:rPr>
              <a:t>5 G</a:t>
            </a:r>
            <a:r>
              <a:rPr lang="en-US" sz="1800" b="0" i="0" dirty="0">
                <a:effectLst/>
                <a:latin typeface="Open Sans" panose="020B0606030504020204" pitchFamily="34" charset="0"/>
              </a:rPr>
              <a:t>.</a:t>
            </a:r>
            <a:endParaRPr lang="tr-TR" sz="1800" dirty="0"/>
          </a:p>
        </p:txBody>
      </p:sp>
      <p:pic>
        <p:nvPicPr>
          <p:cNvPr id="7" name="Graphic 6" descr="Speaker Phone">
            <a:extLst>
              <a:ext uri="{FF2B5EF4-FFF2-40B4-BE49-F238E27FC236}">
                <a16:creationId xmlns:a16="http://schemas.microsoft.com/office/drawing/2014/main" id="{5ECAA6D6-432E-C65F-706D-4BDF6A9957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79814" y="1329879"/>
            <a:ext cx="4097657" cy="4097657"/>
          </a:xfrm>
          <a:prstGeom prst="rect">
            <a:avLst/>
          </a:prstGeom>
        </p:spPr>
      </p:pic>
    </p:spTree>
    <p:extLst>
      <p:ext uri="{BB962C8B-B14F-4D97-AF65-F5344CB8AC3E}">
        <p14:creationId xmlns:p14="http://schemas.microsoft.com/office/powerpoint/2010/main" val="3957437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obile device with apps">
            <a:extLst>
              <a:ext uri="{FF2B5EF4-FFF2-40B4-BE49-F238E27FC236}">
                <a16:creationId xmlns:a16="http://schemas.microsoft.com/office/drawing/2014/main" id="{D296E085-786F-39A9-1CF6-84988DDE99A7}"/>
              </a:ext>
            </a:extLst>
          </p:cNvPr>
          <p:cNvPicPr>
            <a:picLocks noChangeAspect="1"/>
          </p:cNvPicPr>
          <p:nvPr/>
        </p:nvPicPr>
        <p:blipFill rotWithShape="1">
          <a:blip r:embed="rId2">
            <a:alphaModFix amt="40000"/>
          </a:blip>
          <a:srcRect/>
          <a:stretch/>
        </p:blipFill>
        <p:spPr>
          <a:xfrm>
            <a:off x="20" y="10"/>
            <a:ext cx="12191979" cy="6857990"/>
          </a:xfrm>
          <a:prstGeom prst="rect">
            <a:avLst/>
          </a:prstGeom>
        </p:spPr>
      </p:pic>
      <p:sp>
        <p:nvSpPr>
          <p:cNvPr id="4" name="Başlık 3">
            <a:extLst>
              <a:ext uri="{FF2B5EF4-FFF2-40B4-BE49-F238E27FC236}">
                <a16:creationId xmlns:a16="http://schemas.microsoft.com/office/drawing/2014/main" id="{B9CDD989-7ED5-4BA4-A2FF-685C8839F272}"/>
              </a:ext>
            </a:extLst>
          </p:cNvPr>
          <p:cNvSpPr>
            <a:spLocks noGrp="1"/>
          </p:cNvSpPr>
          <p:nvPr>
            <p:ph type="title"/>
          </p:nvPr>
        </p:nvSpPr>
        <p:spPr>
          <a:xfrm>
            <a:off x="841249" y="941832"/>
            <a:ext cx="10506456" cy="2057400"/>
          </a:xfrm>
        </p:spPr>
        <p:txBody>
          <a:bodyPr anchor="b">
            <a:normAutofit/>
          </a:bodyPr>
          <a:lstStyle/>
          <a:p>
            <a:r>
              <a:rPr lang="tr-TR" sz="5000" i="0">
                <a:effectLst/>
                <a:latin typeface="Roboto" panose="02000000000000000000" pitchFamily="2" charset="0"/>
              </a:rPr>
              <a:t>Changes</a:t>
            </a:r>
            <a:endParaRPr lang="en-US" sz="5000" i="0">
              <a:effectLst/>
              <a:latin typeface="Roboto" panose="02000000000000000000" pitchFamily="2" charset="0"/>
            </a:endParaRPr>
          </a:p>
        </p:txBody>
      </p:sp>
      <p:sp>
        <p:nvSpPr>
          <p:cNvPr id="41" name="Rectangle 3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Rectangle 3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çerik Yer Tutucusu 2">
            <a:extLst>
              <a:ext uri="{FF2B5EF4-FFF2-40B4-BE49-F238E27FC236}">
                <a16:creationId xmlns:a16="http://schemas.microsoft.com/office/drawing/2014/main" id="{D246DDDF-0228-4D66-B137-4CD308A08953}"/>
              </a:ext>
            </a:extLst>
          </p:cNvPr>
          <p:cNvSpPr>
            <a:spLocks noGrp="1"/>
          </p:cNvSpPr>
          <p:nvPr>
            <p:ph idx="1"/>
          </p:nvPr>
        </p:nvSpPr>
        <p:spPr>
          <a:xfrm>
            <a:off x="841248" y="3502152"/>
            <a:ext cx="10506456" cy="2670048"/>
          </a:xfrm>
        </p:spPr>
        <p:txBody>
          <a:bodyPr>
            <a:normAutofit/>
          </a:bodyPr>
          <a:lstStyle/>
          <a:p>
            <a:pPr>
              <a:lnSpc>
                <a:spcPct val="100000"/>
              </a:lnSpc>
              <a:buFont typeface="Arial" panose="020B0604020202020204" pitchFamily="34" charset="0"/>
              <a:buChar char="•"/>
            </a:pPr>
            <a:r>
              <a:rPr lang="en-US" sz="2000" b="0" i="0" dirty="0">
                <a:effectLst/>
                <a:latin typeface="Roboto" panose="02000000000000000000" pitchFamily="2" charset="0"/>
              </a:rPr>
              <a:t>Cell phones have become smaller. </a:t>
            </a:r>
          </a:p>
          <a:p>
            <a:pPr>
              <a:lnSpc>
                <a:spcPct val="100000"/>
              </a:lnSpc>
              <a:buFont typeface="Arial" panose="020B0604020202020204" pitchFamily="34" charset="0"/>
              <a:buChar char="•"/>
            </a:pPr>
            <a:r>
              <a:rPr lang="en-US" sz="2000" b="0" i="0" dirty="0">
                <a:effectLst/>
                <a:latin typeface="Roboto" panose="02000000000000000000" pitchFamily="2" charset="0"/>
              </a:rPr>
              <a:t>Download speeds have become faster. </a:t>
            </a:r>
          </a:p>
          <a:p>
            <a:pPr>
              <a:lnSpc>
                <a:spcPct val="100000"/>
              </a:lnSpc>
              <a:buFont typeface="Arial" panose="020B0604020202020204" pitchFamily="34" charset="0"/>
              <a:buChar char="•"/>
            </a:pPr>
            <a:r>
              <a:rPr lang="en-US" sz="2000" b="0" i="0" dirty="0">
                <a:effectLst/>
                <a:latin typeface="Roboto" panose="02000000000000000000" pitchFamily="2" charset="0"/>
              </a:rPr>
              <a:t>Text messaging has come (</a:t>
            </a:r>
            <a:r>
              <a:rPr lang="en-US" sz="2000" b="0" i="0" u="none" strike="noStrike" dirty="0">
                <a:effectLst/>
                <a:latin typeface="Roboto" panose="02000000000000000000" pitchFamily="2" charset="0"/>
              </a:rPr>
              <a:t>and almost gone</a:t>
            </a:r>
            <a:r>
              <a:rPr lang="en-US" sz="2000" b="0" i="0" dirty="0">
                <a:effectLst/>
                <a:latin typeface="Roboto" panose="02000000000000000000" pitchFamily="2" charset="0"/>
              </a:rPr>
              <a:t>). </a:t>
            </a:r>
          </a:p>
          <a:p>
            <a:pPr>
              <a:lnSpc>
                <a:spcPct val="100000"/>
              </a:lnSpc>
              <a:buFont typeface="Arial" panose="020B0604020202020204" pitchFamily="34" charset="0"/>
              <a:buChar char="•"/>
            </a:pPr>
            <a:r>
              <a:rPr lang="en-US" sz="2000" b="0" i="0" dirty="0">
                <a:effectLst/>
                <a:latin typeface="Roboto" panose="02000000000000000000" pitchFamily="2" charset="0"/>
              </a:rPr>
              <a:t>Surfing the internet with phones became common. </a:t>
            </a:r>
          </a:p>
          <a:p>
            <a:pPr>
              <a:lnSpc>
                <a:spcPct val="100000"/>
              </a:lnSpc>
              <a:buFont typeface="Arial" panose="020B0604020202020204" pitchFamily="34" charset="0"/>
              <a:buChar char="•"/>
            </a:pPr>
            <a:r>
              <a:rPr lang="en-US" sz="2000" b="0" i="0" dirty="0">
                <a:effectLst/>
                <a:latin typeface="Roboto" panose="02000000000000000000" pitchFamily="2" charset="0"/>
              </a:rPr>
              <a:t>The steam of social media posting continues. </a:t>
            </a:r>
          </a:p>
          <a:p>
            <a:pPr>
              <a:lnSpc>
                <a:spcPct val="100000"/>
              </a:lnSpc>
              <a:buFont typeface="Arial" panose="020B0604020202020204" pitchFamily="34" charset="0"/>
              <a:buChar char="•"/>
            </a:pPr>
            <a:r>
              <a:rPr lang="en-US" sz="2000" b="0" i="0" dirty="0">
                <a:effectLst/>
                <a:latin typeface="Roboto" panose="02000000000000000000" pitchFamily="2" charset="0"/>
              </a:rPr>
              <a:t>And apparently, there’s an app for nearly everything now. </a:t>
            </a:r>
          </a:p>
          <a:p>
            <a:pPr>
              <a:lnSpc>
                <a:spcPct val="100000"/>
              </a:lnSpc>
            </a:pPr>
            <a:endParaRPr lang="tr-TR" sz="2000" dirty="0"/>
          </a:p>
        </p:txBody>
      </p:sp>
    </p:spTree>
    <p:extLst>
      <p:ext uri="{BB962C8B-B14F-4D97-AF65-F5344CB8AC3E}">
        <p14:creationId xmlns:p14="http://schemas.microsoft.com/office/powerpoint/2010/main" val="931621110"/>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0F8AFE6-3046-458E-9945-01DFDD976A3B}"/>
              </a:ext>
            </a:extLst>
          </p:cNvPr>
          <p:cNvSpPr>
            <a:spLocks noGrp="1"/>
          </p:cNvSpPr>
          <p:nvPr>
            <p:ph type="title"/>
          </p:nvPr>
        </p:nvSpPr>
        <p:spPr>
          <a:xfrm>
            <a:off x="429768" y="411480"/>
            <a:ext cx="11201400" cy="1106424"/>
          </a:xfrm>
        </p:spPr>
        <p:txBody>
          <a:bodyPr>
            <a:normAutofit/>
          </a:bodyPr>
          <a:lstStyle/>
          <a:p>
            <a:r>
              <a:rPr lang="en-US" sz="3200"/>
              <a:t>1G – First generation mobile communication system</a:t>
            </a:r>
            <a:endParaRPr lang="en-US" sz="3200" dirty="0"/>
          </a:p>
        </p:txBody>
      </p:sp>
      <p:sp>
        <p:nvSpPr>
          <p:cNvPr id="73" name="Rectangle 72">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a:extLst>
              <a:ext uri="{FF2B5EF4-FFF2-40B4-BE49-F238E27FC236}">
                <a16:creationId xmlns:a16="http://schemas.microsoft.com/office/drawing/2014/main" id="{4540E0E7-91ED-0454-9C0B-7A443C04C3D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749900" y="1485949"/>
            <a:ext cx="4346100" cy="2357758"/>
          </a:xfrm>
          <a:prstGeom prst="rect">
            <a:avLst/>
          </a:prstGeom>
          <a:noFill/>
          <a:extLst>
            <a:ext uri="{909E8E84-426E-40DD-AFC4-6F175D3DCCD1}">
              <a14:hiddenFill xmlns:a14="http://schemas.microsoft.com/office/drawing/2010/main">
                <a:solidFill>
                  <a:srgbClr val="FFFFFF"/>
                </a:solidFill>
              </a14:hiddenFill>
            </a:ext>
          </a:extLst>
        </p:spPr>
      </p:pic>
      <p:sp useBgFill="1">
        <p:nvSpPr>
          <p:cNvPr id="75" name="Rectangle 74">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çerik Yer Tutucusu 2">
            <a:extLst>
              <a:ext uri="{FF2B5EF4-FFF2-40B4-BE49-F238E27FC236}">
                <a16:creationId xmlns:a16="http://schemas.microsoft.com/office/drawing/2014/main" id="{21E66BB0-5092-428D-9012-134A365B356D}"/>
              </a:ext>
            </a:extLst>
          </p:cNvPr>
          <p:cNvSpPr>
            <a:spLocks noGrp="1"/>
          </p:cNvSpPr>
          <p:nvPr>
            <p:ph idx="1"/>
          </p:nvPr>
        </p:nvSpPr>
        <p:spPr>
          <a:xfrm>
            <a:off x="7631018" y="2020824"/>
            <a:ext cx="4000150" cy="3959352"/>
          </a:xfrm>
        </p:spPr>
        <p:txBody>
          <a:bodyPr anchor="ctr">
            <a:normAutofit/>
          </a:bodyPr>
          <a:lstStyle/>
          <a:p>
            <a:r>
              <a:rPr lang="en-US" sz="1700" dirty="0"/>
              <a:t>The first generation of mobile network was deployed in Japan by Nippon Telephone and Telegraph company (NTT) in Tokyo during 1979. In the beginning of 1980s, it gained popularity in the US, Finland, UK and Europe. This system used analogue signals and it had many disadvantages due to technology limitations.</a:t>
            </a:r>
          </a:p>
          <a:p>
            <a:endParaRPr lang="tr-TR" sz="1700" dirty="0"/>
          </a:p>
        </p:txBody>
      </p:sp>
      <p:pic>
        <p:nvPicPr>
          <p:cNvPr id="1028" name="Picture 4">
            <a:extLst>
              <a:ext uri="{FF2B5EF4-FFF2-40B4-BE49-F238E27FC236}">
                <a16:creationId xmlns:a16="http://schemas.microsoft.com/office/drawing/2014/main" id="{883AC701-A2E8-27F2-F5E9-45140C087C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685" y="4000500"/>
            <a:ext cx="4218432" cy="2171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406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6088BAE-96A8-4E8A-8205-F0BE9A6B77FF}"/>
              </a:ext>
            </a:extLst>
          </p:cNvPr>
          <p:cNvSpPr>
            <a:spLocks noGrp="1"/>
          </p:cNvSpPr>
          <p:nvPr>
            <p:ph type="title"/>
          </p:nvPr>
        </p:nvSpPr>
        <p:spPr/>
        <p:txBody>
          <a:bodyPr>
            <a:normAutofit fontScale="90000"/>
          </a:bodyPr>
          <a:lstStyle/>
          <a:p>
            <a:r>
              <a:rPr lang="tr-TR" b="1" i="0" dirty="0" err="1">
                <a:solidFill>
                  <a:srgbClr val="333333"/>
                </a:solidFill>
                <a:effectLst/>
                <a:latin typeface="source sans pro" panose="020B0503030403020204" pitchFamily="34" charset="0"/>
              </a:rPr>
              <a:t>Most</a:t>
            </a:r>
            <a:r>
              <a:rPr lang="tr-TR" b="1" i="0" dirty="0">
                <a:solidFill>
                  <a:srgbClr val="333333"/>
                </a:solidFill>
                <a:effectLst/>
                <a:latin typeface="source sans pro" panose="020B0503030403020204" pitchFamily="34" charset="0"/>
              </a:rPr>
              <a:t> popular 1G </a:t>
            </a:r>
            <a:r>
              <a:rPr lang="tr-TR" b="1" i="0" dirty="0" err="1">
                <a:solidFill>
                  <a:srgbClr val="333333"/>
                </a:solidFill>
                <a:effectLst/>
                <a:latin typeface="source sans pro" panose="020B0503030403020204" pitchFamily="34" charset="0"/>
              </a:rPr>
              <a:t>system</a:t>
            </a:r>
            <a:r>
              <a:rPr lang="tr-TR" b="1" i="0" dirty="0">
                <a:solidFill>
                  <a:srgbClr val="333333"/>
                </a:solidFill>
                <a:effectLst/>
                <a:latin typeface="source sans pro" panose="020B0503030403020204" pitchFamily="34" charset="0"/>
              </a:rPr>
              <a:t> </a:t>
            </a:r>
            <a:r>
              <a:rPr lang="tr-TR" b="1" i="0" dirty="0" err="1">
                <a:solidFill>
                  <a:srgbClr val="333333"/>
                </a:solidFill>
                <a:effectLst/>
                <a:latin typeface="source sans pro" panose="020B0503030403020204" pitchFamily="34" charset="0"/>
              </a:rPr>
              <a:t>during</a:t>
            </a:r>
            <a:r>
              <a:rPr lang="tr-TR" b="1" i="0" dirty="0">
                <a:solidFill>
                  <a:srgbClr val="333333"/>
                </a:solidFill>
                <a:effectLst/>
                <a:latin typeface="source sans pro" panose="020B0503030403020204" pitchFamily="34" charset="0"/>
              </a:rPr>
              <a:t> 1980s</a:t>
            </a:r>
            <a:br>
              <a:rPr lang="tr-TR" b="1" i="0" dirty="0">
                <a:solidFill>
                  <a:srgbClr val="333333"/>
                </a:solidFill>
                <a:effectLst/>
                <a:latin typeface="source sans pro" panose="020B0503030403020204" pitchFamily="34" charset="0"/>
              </a:rPr>
            </a:br>
            <a:endParaRPr lang="tr-TR" dirty="0"/>
          </a:p>
        </p:txBody>
      </p:sp>
      <p:sp>
        <p:nvSpPr>
          <p:cNvPr id="3" name="İçerik Yer Tutucusu 2">
            <a:extLst>
              <a:ext uri="{FF2B5EF4-FFF2-40B4-BE49-F238E27FC236}">
                <a16:creationId xmlns:a16="http://schemas.microsoft.com/office/drawing/2014/main" id="{5CA1CAD5-FD4C-4BF7-BD08-61A8C4CAA761}"/>
              </a:ext>
            </a:extLst>
          </p:cNvPr>
          <p:cNvSpPr>
            <a:spLocks noGrp="1"/>
          </p:cNvSpPr>
          <p:nvPr>
            <p:ph idx="1"/>
          </p:nvPr>
        </p:nvSpPr>
        <p:spPr/>
        <p:txBody>
          <a:bodyPr/>
          <a:lstStyle/>
          <a:p>
            <a:pPr algn="l">
              <a:buFont typeface="Arial" panose="020B0604020202020204" pitchFamily="34" charset="0"/>
              <a:buChar char="•"/>
            </a:pPr>
            <a:r>
              <a:rPr lang="tr-TR" b="1" i="0" dirty="0">
                <a:solidFill>
                  <a:srgbClr val="333333"/>
                </a:solidFill>
                <a:effectLst/>
                <a:latin typeface="source sans pro" panose="020B0503030403020204" pitchFamily="34" charset="0"/>
              </a:rPr>
              <a:t>Advanced Mobile Phone </a:t>
            </a:r>
            <a:r>
              <a:rPr lang="tr-TR" b="1" i="0" dirty="0" err="1">
                <a:solidFill>
                  <a:srgbClr val="333333"/>
                </a:solidFill>
                <a:effectLst/>
                <a:latin typeface="source sans pro" panose="020B0503030403020204" pitchFamily="34" charset="0"/>
              </a:rPr>
              <a:t>System</a:t>
            </a:r>
            <a:r>
              <a:rPr lang="tr-TR" b="1" i="0" dirty="0">
                <a:solidFill>
                  <a:srgbClr val="333333"/>
                </a:solidFill>
                <a:effectLst/>
                <a:latin typeface="source sans pro" panose="020B0503030403020204" pitchFamily="34" charset="0"/>
              </a:rPr>
              <a:t> (AMPS)</a:t>
            </a:r>
          </a:p>
          <a:p>
            <a:pPr algn="l">
              <a:buFont typeface="Arial" panose="020B0604020202020204" pitchFamily="34" charset="0"/>
              <a:buChar char="•"/>
            </a:pPr>
            <a:r>
              <a:rPr lang="tr-TR" b="0" i="0" dirty="0" err="1">
                <a:solidFill>
                  <a:srgbClr val="333333"/>
                </a:solidFill>
                <a:effectLst/>
                <a:latin typeface="source sans pro" panose="020B0503030403020204" pitchFamily="34" charset="0"/>
              </a:rPr>
              <a:t>Nordic</a:t>
            </a:r>
            <a:r>
              <a:rPr lang="tr-TR" b="0" i="0" dirty="0">
                <a:solidFill>
                  <a:srgbClr val="333333"/>
                </a:solidFill>
                <a:effectLst/>
                <a:latin typeface="source sans pro" panose="020B0503030403020204" pitchFamily="34" charset="0"/>
              </a:rPr>
              <a:t> Mobile Phone </a:t>
            </a:r>
            <a:r>
              <a:rPr lang="tr-TR" b="0" i="0" dirty="0" err="1">
                <a:solidFill>
                  <a:srgbClr val="333333"/>
                </a:solidFill>
                <a:effectLst/>
                <a:latin typeface="source sans pro" panose="020B0503030403020204" pitchFamily="34" charset="0"/>
              </a:rPr>
              <a:t>System</a:t>
            </a:r>
            <a:r>
              <a:rPr lang="tr-TR" b="0" i="0" dirty="0">
                <a:solidFill>
                  <a:srgbClr val="333333"/>
                </a:solidFill>
                <a:effectLst/>
                <a:latin typeface="source sans pro" panose="020B0503030403020204" pitchFamily="34" charset="0"/>
              </a:rPr>
              <a:t> (NMTS)</a:t>
            </a:r>
          </a:p>
          <a:p>
            <a:pPr algn="l">
              <a:buFont typeface="Arial" panose="020B0604020202020204" pitchFamily="34" charset="0"/>
              <a:buChar char="•"/>
            </a:pPr>
            <a:r>
              <a:rPr lang="tr-TR" b="0" i="0" dirty="0">
                <a:solidFill>
                  <a:srgbClr val="333333"/>
                </a:solidFill>
                <a:effectLst/>
                <a:latin typeface="source sans pro" panose="020B0503030403020204" pitchFamily="34" charset="0"/>
              </a:rPr>
              <a:t>Total Access </a:t>
            </a:r>
            <a:r>
              <a:rPr lang="tr-TR" b="0" i="0" dirty="0" err="1">
                <a:solidFill>
                  <a:srgbClr val="333333"/>
                </a:solidFill>
                <a:effectLst/>
                <a:latin typeface="source sans pro" panose="020B0503030403020204" pitchFamily="34" charset="0"/>
              </a:rPr>
              <a:t>Communication</a:t>
            </a:r>
            <a:r>
              <a:rPr lang="tr-TR" b="0" i="0" dirty="0">
                <a:solidFill>
                  <a:srgbClr val="333333"/>
                </a:solidFill>
                <a:effectLst/>
                <a:latin typeface="source sans pro" panose="020B0503030403020204" pitchFamily="34" charset="0"/>
              </a:rPr>
              <a:t> </a:t>
            </a:r>
            <a:r>
              <a:rPr lang="tr-TR" b="0" i="0" dirty="0" err="1">
                <a:solidFill>
                  <a:srgbClr val="333333"/>
                </a:solidFill>
                <a:effectLst/>
                <a:latin typeface="source sans pro" panose="020B0503030403020204" pitchFamily="34" charset="0"/>
              </a:rPr>
              <a:t>System</a:t>
            </a:r>
            <a:r>
              <a:rPr lang="tr-TR" b="0" i="0" dirty="0">
                <a:solidFill>
                  <a:srgbClr val="333333"/>
                </a:solidFill>
                <a:effectLst/>
                <a:latin typeface="source sans pro" panose="020B0503030403020204" pitchFamily="34" charset="0"/>
              </a:rPr>
              <a:t> (TACS)</a:t>
            </a:r>
          </a:p>
          <a:p>
            <a:pPr algn="l">
              <a:buFont typeface="Arial" panose="020B0604020202020204" pitchFamily="34" charset="0"/>
              <a:buChar char="•"/>
            </a:pPr>
            <a:r>
              <a:rPr lang="tr-TR" b="0" i="0" dirty="0" err="1">
                <a:solidFill>
                  <a:srgbClr val="333333"/>
                </a:solidFill>
                <a:effectLst/>
                <a:latin typeface="source sans pro" panose="020B0503030403020204" pitchFamily="34" charset="0"/>
              </a:rPr>
              <a:t>European</a:t>
            </a:r>
            <a:r>
              <a:rPr lang="tr-TR" b="0" i="0" dirty="0">
                <a:solidFill>
                  <a:srgbClr val="333333"/>
                </a:solidFill>
                <a:effectLst/>
                <a:latin typeface="source sans pro" panose="020B0503030403020204" pitchFamily="34" charset="0"/>
              </a:rPr>
              <a:t> Total Access </a:t>
            </a:r>
            <a:r>
              <a:rPr lang="tr-TR" b="0" i="0" dirty="0" err="1">
                <a:solidFill>
                  <a:srgbClr val="333333"/>
                </a:solidFill>
                <a:effectLst/>
                <a:latin typeface="source sans pro" panose="020B0503030403020204" pitchFamily="34" charset="0"/>
              </a:rPr>
              <a:t>Communication</a:t>
            </a:r>
            <a:r>
              <a:rPr lang="tr-TR" b="0" i="0" dirty="0">
                <a:solidFill>
                  <a:srgbClr val="333333"/>
                </a:solidFill>
                <a:effectLst/>
                <a:latin typeface="source sans pro" panose="020B0503030403020204" pitchFamily="34" charset="0"/>
              </a:rPr>
              <a:t> </a:t>
            </a:r>
            <a:r>
              <a:rPr lang="tr-TR" b="0" i="0" dirty="0" err="1">
                <a:solidFill>
                  <a:srgbClr val="333333"/>
                </a:solidFill>
                <a:effectLst/>
                <a:latin typeface="source sans pro" panose="020B0503030403020204" pitchFamily="34" charset="0"/>
              </a:rPr>
              <a:t>System</a:t>
            </a:r>
            <a:r>
              <a:rPr lang="tr-TR" b="0" i="0" dirty="0">
                <a:solidFill>
                  <a:srgbClr val="333333"/>
                </a:solidFill>
                <a:effectLst/>
                <a:latin typeface="source sans pro" panose="020B0503030403020204" pitchFamily="34" charset="0"/>
              </a:rPr>
              <a:t> (ETACS)</a:t>
            </a:r>
          </a:p>
          <a:p>
            <a:pPr marL="0" indent="0">
              <a:buNone/>
            </a:pPr>
            <a:endParaRPr lang="tr-TR" dirty="0"/>
          </a:p>
        </p:txBody>
      </p:sp>
    </p:spTree>
    <p:extLst>
      <p:ext uri="{BB962C8B-B14F-4D97-AF65-F5344CB8AC3E}">
        <p14:creationId xmlns:p14="http://schemas.microsoft.com/office/powerpoint/2010/main" val="2000145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C68A55F-7B32-44D8-AEE5-1AF405326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846EE6AB-40B6-81FF-5C18-C2089C63E11E}"/>
              </a:ext>
            </a:extLst>
          </p:cNvPr>
          <p:cNvSpPr>
            <a:spLocks noGrp="1"/>
          </p:cNvSpPr>
          <p:nvPr>
            <p:ph type="title"/>
          </p:nvPr>
        </p:nvSpPr>
        <p:spPr>
          <a:xfrm>
            <a:off x="655320" y="429030"/>
            <a:ext cx="2834640" cy="5457589"/>
          </a:xfrm>
        </p:spPr>
        <p:txBody>
          <a:bodyPr anchor="ctr">
            <a:normAutofit/>
          </a:bodyPr>
          <a:lstStyle/>
          <a:p>
            <a:r>
              <a:rPr lang="tr-TR" b="1" i="0">
                <a:effectLst/>
                <a:latin typeface="source sans pro" panose="020B0503030403020204" pitchFamily="34" charset="0"/>
              </a:rPr>
              <a:t>Advanced Mobile Phone System (AMPS)</a:t>
            </a:r>
            <a:br>
              <a:rPr lang="tr-TR" b="1" i="0">
                <a:effectLst/>
                <a:latin typeface="source sans pro" panose="020B0503030403020204" pitchFamily="34" charset="0"/>
              </a:rPr>
            </a:br>
            <a:endParaRPr lang="tr-TR"/>
          </a:p>
        </p:txBody>
      </p:sp>
      <p:sp>
        <p:nvSpPr>
          <p:cNvPr id="31" name="Rectangle 30">
            <a:extLst>
              <a:ext uri="{FF2B5EF4-FFF2-40B4-BE49-F238E27FC236}">
                <a16:creationId xmlns:a16="http://schemas.microsoft.com/office/drawing/2014/main" id="{CD1AAA2C-FBBE-42AA-B869-31D524B76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5320" y="6112341"/>
            <a:ext cx="1083564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5F937BBF-9326-4230-AB1B-F1795E350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045208" y="4686084"/>
            <a:ext cx="54864" cy="2834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İçerik Yer Tutucusu 2">
            <a:extLst>
              <a:ext uri="{FF2B5EF4-FFF2-40B4-BE49-F238E27FC236}">
                <a16:creationId xmlns:a16="http://schemas.microsoft.com/office/drawing/2014/main" id="{7E55DDF5-DB93-12F2-5844-CBA445B01901}"/>
              </a:ext>
            </a:extLst>
          </p:cNvPr>
          <p:cNvGraphicFramePr>
            <a:graphicFrameLocks noGrp="1"/>
          </p:cNvGraphicFramePr>
          <p:nvPr>
            <p:ph idx="1"/>
            <p:extLst>
              <p:ext uri="{D42A27DB-BD31-4B8C-83A1-F6EECF244321}">
                <p14:modId xmlns:p14="http://schemas.microsoft.com/office/powerpoint/2010/main" val="203735628"/>
              </p:ext>
            </p:extLst>
          </p:nvPr>
        </p:nvGraphicFramePr>
        <p:xfrm>
          <a:off x="4041648" y="429030"/>
          <a:ext cx="7452360" cy="54597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0649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3">
            <a:extLst>
              <a:ext uri="{FF2B5EF4-FFF2-40B4-BE49-F238E27FC236}">
                <a16:creationId xmlns:a16="http://schemas.microsoft.com/office/drawing/2014/main" id="{E777E57D-6A88-4B5B-A068-2BA7FF4E8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A88DE7C-DF2E-40F0-A7D6-4DE4DAB6F740}"/>
              </a:ext>
            </a:extLst>
          </p:cNvPr>
          <p:cNvSpPr>
            <a:spLocks noGrp="1"/>
          </p:cNvSpPr>
          <p:nvPr>
            <p:ph type="title"/>
          </p:nvPr>
        </p:nvSpPr>
        <p:spPr>
          <a:xfrm>
            <a:off x="841248" y="503132"/>
            <a:ext cx="10509504" cy="1974892"/>
          </a:xfrm>
        </p:spPr>
        <p:txBody>
          <a:bodyPr anchor="b">
            <a:normAutofit/>
          </a:bodyPr>
          <a:lstStyle/>
          <a:p>
            <a:r>
              <a:rPr lang="tr-TR" sz="4200" dirty="0" err="1"/>
              <a:t>Key</a:t>
            </a:r>
            <a:r>
              <a:rPr lang="tr-TR" sz="4200" dirty="0"/>
              <a:t> </a:t>
            </a:r>
            <a:r>
              <a:rPr lang="tr-TR" sz="4200" dirty="0" err="1"/>
              <a:t>features</a:t>
            </a:r>
            <a:r>
              <a:rPr lang="tr-TR" sz="4200" dirty="0"/>
              <a:t> (</a:t>
            </a:r>
            <a:r>
              <a:rPr lang="tr-TR" sz="4200" dirty="0" err="1"/>
              <a:t>technology</a:t>
            </a:r>
            <a:r>
              <a:rPr lang="tr-TR" sz="4200" dirty="0"/>
              <a:t>) of 1G </a:t>
            </a:r>
            <a:r>
              <a:rPr lang="tr-TR" sz="4200" dirty="0" err="1"/>
              <a:t>system</a:t>
            </a:r>
            <a:br>
              <a:rPr lang="tr-TR" sz="4200" dirty="0"/>
            </a:br>
            <a:endParaRPr lang="tr-TR" sz="4200" dirty="0"/>
          </a:p>
        </p:txBody>
      </p:sp>
      <p:sp>
        <p:nvSpPr>
          <p:cNvPr id="31"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27">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2894076"/>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çerik Yer Tutucusu 2">
            <a:extLst>
              <a:ext uri="{FF2B5EF4-FFF2-40B4-BE49-F238E27FC236}">
                <a16:creationId xmlns:a16="http://schemas.microsoft.com/office/drawing/2014/main" id="{E04A82D5-C006-48A7-ABF4-5CE9E1DCDC56}"/>
              </a:ext>
            </a:extLst>
          </p:cNvPr>
          <p:cNvSpPr>
            <a:spLocks noGrp="1"/>
          </p:cNvSpPr>
          <p:nvPr>
            <p:ph idx="1"/>
          </p:nvPr>
        </p:nvSpPr>
        <p:spPr>
          <a:xfrm>
            <a:off x="841248" y="3328416"/>
            <a:ext cx="10509504" cy="2715768"/>
          </a:xfrm>
        </p:spPr>
        <p:txBody>
          <a:bodyPr>
            <a:normAutofit fontScale="77500" lnSpcReduction="20000"/>
          </a:bodyPr>
          <a:lstStyle/>
          <a:p>
            <a:pPr>
              <a:lnSpc>
                <a:spcPct val="100000"/>
              </a:lnSpc>
            </a:pPr>
            <a:r>
              <a:rPr lang="tr-TR" sz="2000" dirty="0">
                <a:latin typeface="+mj-lt"/>
              </a:rPr>
              <a:t>A</a:t>
            </a:r>
            <a:r>
              <a:rPr lang="en-US" sz="2000" dirty="0" err="1">
                <a:latin typeface="+mj-lt"/>
              </a:rPr>
              <a:t>dvantages</a:t>
            </a:r>
            <a:r>
              <a:rPr lang="en-US" sz="2000" dirty="0">
                <a:latin typeface="+mj-lt"/>
              </a:rPr>
              <a:t> of 1G system</a:t>
            </a:r>
            <a:endParaRPr lang="tr-TR" sz="2000" dirty="0">
              <a:latin typeface="+mj-lt"/>
            </a:endParaRPr>
          </a:p>
          <a:p>
            <a:pPr>
              <a:lnSpc>
                <a:spcPct val="100000"/>
              </a:lnSpc>
            </a:pPr>
            <a:r>
              <a:rPr lang="tr-TR" sz="2000" dirty="0" err="1">
                <a:latin typeface="+mj-lt"/>
              </a:rPr>
              <a:t>Frequency</a:t>
            </a:r>
            <a:r>
              <a:rPr lang="tr-TR" sz="2000" dirty="0">
                <a:latin typeface="+mj-lt"/>
              </a:rPr>
              <a:t> 800 MHz </a:t>
            </a:r>
            <a:r>
              <a:rPr lang="tr-TR" sz="2000" dirty="0" err="1">
                <a:latin typeface="+mj-lt"/>
              </a:rPr>
              <a:t>and</a:t>
            </a:r>
            <a:r>
              <a:rPr lang="tr-TR" sz="2000" dirty="0">
                <a:latin typeface="+mj-lt"/>
              </a:rPr>
              <a:t> 900 MHz</a:t>
            </a:r>
          </a:p>
          <a:p>
            <a:r>
              <a:rPr lang="tr-TR" sz="2000" dirty="0" err="1">
                <a:latin typeface="+mj-lt"/>
              </a:rPr>
              <a:t>Bandwidth</a:t>
            </a:r>
            <a:r>
              <a:rPr lang="tr-TR" sz="2000" dirty="0">
                <a:latin typeface="+mj-lt"/>
              </a:rPr>
              <a:t>: </a:t>
            </a:r>
            <a:r>
              <a:rPr lang="tr-TR" sz="2000" b="0" i="0" u="none" strike="noStrike" baseline="0" dirty="0">
                <a:latin typeface="+mj-lt"/>
              </a:rPr>
              <a:t>Analog </a:t>
            </a:r>
            <a:r>
              <a:rPr lang="tr-TR" sz="2000" b="0" i="0" u="none" strike="noStrike" baseline="0" dirty="0" err="1">
                <a:latin typeface="+mj-lt"/>
              </a:rPr>
              <a:t>telecommunication</a:t>
            </a:r>
            <a:r>
              <a:rPr lang="tr-TR" sz="2000" b="0" i="0" u="none" strike="noStrike" baseline="0" dirty="0">
                <a:latin typeface="+mj-lt"/>
              </a:rPr>
              <a:t> (30KHz) </a:t>
            </a:r>
          </a:p>
          <a:p>
            <a:pPr>
              <a:lnSpc>
                <a:spcPct val="100000"/>
              </a:lnSpc>
            </a:pPr>
            <a:r>
              <a:rPr lang="tr-TR" sz="2000" dirty="0" err="1">
                <a:latin typeface="+mj-lt"/>
              </a:rPr>
              <a:t>Modulation</a:t>
            </a:r>
            <a:r>
              <a:rPr lang="tr-TR" sz="2000" dirty="0">
                <a:latin typeface="+mj-lt"/>
              </a:rPr>
              <a:t>: </a:t>
            </a:r>
            <a:r>
              <a:rPr lang="tr-TR" sz="2000" dirty="0" err="1">
                <a:latin typeface="+mj-lt"/>
              </a:rPr>
              <a:t>Frequency</a:t>
            </a:r>
            <a:r>
              <a:rPr lang="tr-TR" sz="2000" dirty="0">
                <a:latin typeface="+mj-lt"/>
              </a:rPr>
              <a:t> </a:t>
            </a:r>
            <a:r>
              <a:rPr lang="tr-TR" sz="2000" dirty="0" err="1">
                <a:latin typeface="+mj-lt"/>
              </a:rPr>
              <a:t>Modulation</a:t>
            </a:r>
            <a:r>
              <a:rPr lang="tr-TR" sz="2000" dirty="0">
                <a:latin typeface="+mj-lt"/>
              </a:rPr>
              <a:t> (FM)</a:t>
            </a:r>
          </a:p>
          <a:p>
            <a:pPr>
              <a:lnSpc>
                <a:spcPct val="100000"/>
              </a:lnSpc>
            </a:pPr>
            <a:r>
              <a:rPr lang="tr-TR" sz="2000" dirty="0" err="1">
                <a:latin typeface="+mj-lt"/>
              </a:rPr>
              <a:t>Mode</a:t>
            </a:r>
            <a:r>
              <a:rPr lang="tr-TR" sz="2000" dirty="0">
                <a:latin typeface="+mj-lt"/>
              </a:rPr>
              <a:t> of service: </a:t>
            </a:r>
            <a:r>
              <a:rPr lang="tr-TR" sz="2000" dirty="0" err="1">
                <a:latin typeface="+mj-lt"/>
              </a:rPr>
              <a:t>voice</a:t>
            </a:r>
            <a:r>
              <a:rPr lang="tr-TR" sz="2000" dirty="0">
                <a:latin typeface="+mj-lt"/>
              </a:rPr>
              <a:t> </a:t>
            </a:r>
            <a:r>
              <a:rPr lang="tr-TR" sz="2000" dirty="0" err="1">
                <a:latin typeface="+mj-lt"/>
              </a:rPr>
              <a:t>only</a:t>
            </a:r>
            <a:endParaRPr lang="tr-TR" sz="2000" dirty="0">
              <a:latin typeface="+mj-lt"/>
            </a:endParaRPr>
          </a:p>
          <a:p>
            <a:pPr>
              <a:lnSpc>
                <a:spcPct val="100000"/>
              </a:lnSpc>
            </a:pPr>
            <a:r>
              <a:rPr lang="tr-TR" sz="2000" dirty="0">
                <a:latin typeface="+mj-lt"/>
              </a:rPr>
              <a:t>Access </a:t>
            </a:r>
            <a:r>
              <a:rPr lang="tr-TR" sz="2000" dirty="0" err="1">
                <a:latin typeface="+mj-lt"/>
              </a:rPr>
              <a:t>technique</a:t>
            </a:r>
            <a:r>
              <a:rPr lang="tr-TR" sz="2000" dirty="0">
                <a:latin typeface="+mj-lt"/>
              </a:rPr>
              <a:t>: </a:t>
            </a:r>
            <a:r>
              <a:rPr lang="tr-TR" sz="2000" dirty="0" err="1">
                <a:latin typeface="+mj-lt"/>
              </a:rPr>
              <a:t>Frequency</a:t>
            </a:r>
            <a:r>
              <a:rPr lang="tr-TR" sz="2000" dirty="0">
                <a:latin typeface="+mj-lt"/>
              </a:rPr>
              <a:t> </a:t>
            </a:r>
            <a:r>
              <a:rPr lang="tr-TR" sz="2000" dirty="0" err="1">
                <a:latin typeface="+mj-lt"/>
              </a:rPr>
              <a:t>Division</a:t>
            </a:r>
            <a:r>
              <a:rPr lang="tr-TR" sz="2000" dirty="0">
                <a:latin typeface="+mj-lt"/>
              </a:rPr>
              <a:t> </a:t>
            </a:r>
            <a:r>
              <a:rPr lang="tr-TR" sz="2000" dirty="0" err="1">
                <a:latin typeface="+mj-lt"/>
              </a:rPr>
              <a:t>Multiple</a:t>
            </a:r>
            <a:r>
              <a:rPr lang="tr-TR" sz="2000" dirty="0">
                <a:latin typeface="+mj-lt"/>
              </a:rPr>
              <a:t> Access (FDMA)</a:t>
            </a:r>
          </a:p>
          <a:p>
            <a:r>
              <a:rPr lang="tr-TR" sz="2000" b="0" i="0" u="none" strike="noStrike" baseline="0" dirty="0" err="1">
                <a:latin typeface="+mj-lt"/>
              </a:rPr>
              <a:t>Technology</a:t>
            </a:r>
            <a:r>
              <a:rPr lang="tr-TR" sz="2000" b="0" i="0" u="none" strike="noStrike" baseline="0" dirty="0">
                <a:latin typeface="+mj-lt"/>
              </a:rPr>
              <a:t>: Analog </a:t>
            </a:r>
            <a:r>
              <a:rPr lang="tr-TR" sz="2000" b="0" i="0" u="none" strike="noStrike" baseline="0" dirty="0" err="1">
                <a:latin typeface="+mj-lt"/>
              </a:rPr>
              <a:t>cellular</a:t>
            </a:r>
            <a:r>
              <a:rPr lang="tr-TR" sz="2000" b="0" i="0" u="none" strike="noStrike" baseline="0" dirty="0">
                <a:latin typeface="+mj-lt"/>
              </a:rPr>
              <a:t> </a:t>
            </a:r>
          </a:p>
          <a:p>
            <a:r>
              <a:rPr lang="tr-TR" sz="2000" b="0" i="0" u="none" strike="noStrike" baseline="0" dirty="0" err="1">
                <a:latin typeface="+mj-lt"/>
              </a:rPr>
              <a:t>Capacity</a:t>
            </a:r>
            <a:r>
              <a:rPr lang="tr-TR" sz="2000" b="0" i="0" u="none" strike="noStrike" baseline="0" dirty="0">
                <a:latin typeface="+mj-lt"/>
              </a:rPr>
              <a:t> (data rate): 2kbps </a:t>
            </a:r>
          </a:p>
          <a:p>
            <a:pPr>
              <a:lnSpc>
                <a:spcPct val="100000"/>
              </a:lnSpc>
            </a:pPr>
            <a:endParaRPr lang="tr-TR" sz="2000" dirty="0"/>
          </a:p>
          <a:p>
            <a:pPr>
              <a:lnSpc>
                <a:spcPct val="100000"/>
              </a:lnSpc>
            </a:pPr>
            <a:endParaRPr lang="tr-TR" sz="2000" dirty="0"/>
          </a:p>
          <a:p>
            <a:pPr>
              <a:lnSpc>
                <a:spcPct val="100000"/>
              </a:lnSpc>
            </a:pPr>
            <a:endParaRPr lang="tr-TR" sz="2000" dirty="0"/>
          </a:p>
        </p:txBody>
      </p:sp>
    </p:spTree>
    <p:extLst>
      <p:ext uri="{BB962C8B-B14F-4D97-AF65-F5344CB8AC3E}">
        <p14:creationId xmlns:p14="http://schemas.microsoft.com/office/powerpoint/2010/main" val="1967806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Freeform: Shape 21">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Freeform: Shape 23">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B98B6EB7-18B2-4A87-9710-550A3F57987C}"/>
              </a:ext>
            </a:extLst>
          </p:cNvPr>
          <p:cNvSpPr>
            <a:spLocks noGrp="1"/>
          </p:cNvSpPr>
          <p:nvPr>
            <p:ph type="title"/>
          </p:nvPr>
        </p:nvSpPr>
        <p:spPr>
          <a:xfrm>
            <a:off x="621792" y="1161288"/>
            <a:ext cx="4157472" cy="4526280"/>
          </a:xfrm>
        </p:spPr>
        <p:txBody>
          <a:bodyPr>
            <a:normAutofit/>
          </a:bodyPr>
          <a:lstStyle/>
          <a:p>
            <a:r>
              <a:rPr lang="en-US" b="1" i="0" dirty="0">
                <a:effectLst/>
                <a:latin typeface="source sans pro" panose="020B0503030403020204" pitchFamily="34" charset="0"/>
              </a:rPr>
              <a:t>Disadvantages of 1G system</a:t>
            </a:r>
            <a:br>
              <a:rPr lang="tr-TR" dirty="0">
                <a:latin typeface="source sans pro" panose="020B0503030403020204" pitchFamily="34" charset="0"/>
              </a:rPr>
            </a:br>
            <a:r>
              <a:rPr lang="tr-TR" sz="3600" b="0" dirty="0">
                <a:latin typeface="source sans pro" panose="020B0503030403020204" pitchFamily="34" charset="0"/>
              </a:rPr>
              <a:t>(</a:t>
            </a:r>
            <a:r>
              <a:rPr lang="tr-TR" sz="3600" b="0" i="0" u="none" strike="noStrike" baseline="0" dirty="0" err="1">
                <a:latin typeface="Calibri" panose="020F0502020204030204" pitchFamily="34" charset="0"/>
              </a:rPr>
              <a:t>From</a:t>
            </a:r>
            <a:r>
              <a:rPr lang="tr-TR" sz="3600" b="0" i="0" u="none" strike="noStrike" baseline="0" dirty="0">
                <a:latin typeface="Calibri" panose="020F0502020204030204" pitchFamily="34" charset="0"/>
              </a:rPr>
              <a:t> 1980 </a:t>
            </a:r>
            <a:r>
              <a:rPr lang="tr-TR" sz="3600" b="0" i="0" u="none" strike="noStrike" baseline="0" dirty="0" err="1">
                <a:latin typeface="Calibri" panose="020F0502020204030204" pitchFamily="34" charset="0"/>
              </a:rPr>
              <a:t>to</a:t>
            </a:r>
            <a:r>
              <a:rPr lang="tr-TR" sz="3600" b="0" i="0" u="none" strike="noStrike" baseline="0" dirty="0">
                <a:latin typeface="Calibri" panose="020F0502020204030204" pitchFamily="34" charset="0"/>
              </a:rPr>
              <a:t> 1990 )</a:t>
            </a:r>
            <a:br>
              <a:rPr lang="en-US" b="1" i="0" dirty="0">
                <a:effectLst/>
                <a:latin typeface="source sans pro" panose="020B0503030403020204" pitchFamily="34" charset="0"/>
              </a:rPr>
            </a:br>
            <a:endParaRPr lang="tr-TR" dirty="0"/>
          </a:p>
        </p:txBody>
      </p:sp>
      <p:sp>
        <p:nvSpPr>
          <p:cNvPr id="26" name="Rectangle 25">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6" name="İçerik Yer Tutucusu 2">
            <a:extLst>
              <a:ext uri="{FF2B5EF4-FFF2-40B4-BE49-F238E27FC236}">
                <a16:creationId xmlns:a16="http://schemas.microsoft.com/office/drawing/2014/main" id="{A9C3CD2C-7EB6-1809-160E-74C40266F0D8}"/>
              </a:ext>
            </a:extLst>
          </p:cNvPr>
          <p:cNvGraphicFramePr>
            <a:graphicFrameLocks noGrp="1"/>
          </p:cNvGraphicFramePr>
          <p:nvPr>
            <p:ph idx="1"/>
            <p:extLst>
              <p:ext uri="{D42A27DB-BD31-4B8C-83A1-F6EECF244321}">
                <p14:modId xmlns:p14="http://schemas.microsoft.com/office/powerpoint/2010/main" val="3745837712"/>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61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3">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5">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7">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Rectangle 19">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etin kutusu 4">
            <a:extLst>
              <a:ext uri="{FF2B5EF4-FFF2-40B4-BE49-F238E27FC236}">
                <a16:creationId xmlns:a16="http://schemas.microsoft.com/office/drawing/2014/main" id="{5C492C84-A5BF-8D92-E80C-0E16DF90EA28}"/>
              </a:ext>
            </a:extLst>
          </p:cNvPr>
          <p:cNvSpPr txBox="1"/>
          <p:nvPr/>
        </p:nvSpPr>
        <p:spPr>
          <a:xfrm>
            <a:off x="411480" y="991443"/>
            <a:ext cx="4443154" cy="1087819"/>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400" b="1" i="0">
                <a:effectLst/>
                <a:latin typeface="+mj-lt"/>
                <a:ea typeface="+mj-ea"/>
                <a:cs typeface="+mj-cs"/>
              </a:rPr>
              <a:t>1G Analog Cellular Networks</a:t>
            </a:r>
            <a:endParaRPr lang="en-US" sz="3400" b="1">
              <a:latin typeface="+mj-lt"/>
              <a:ea typeface="+mj-ea"/>
              <a:cs typeface="+mj-cs"/>
            </a:endParaRPr>
          </a:p>
        </p:txBody>
      </p:sp>
      <p:sp>
        <p:nvSpPr>
          <p:cNvPr id="22" name="Rectangle 21">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Metin kutusu 7">
            <a:extLst>
              <a:ext uri="{FF2B5EF4-FFF2-40B4-BE49-F238E27FC236}">
                <a16:creationId xmlns:a16="http://schemas.microsoft.com/office/drawing/2014/main" id="{6510EEFD-5ADC-3136-EF1C-71C8BA5B7125}"/>
              </a:ext>
            </a:extLst>
          </p:cNvPr>
          <p:cNvSpPr txBox="1"/>
          <p:nvPr/>
        </p:nvSpPr>
        <p:spPr>
          <a:xfrm>
            <a:off x="411480" y="2684095"/>
            <a:ext cx="4443154" cy="3492868"/>
          </a:xfrm>
          <a:prstGeom prst="rect">
            <a:avLst/>
          </a:prstGeom>
        </p:spPr>
        <p:txBody>
          <a:bodyPr vert="horz" lIns="91440" tIns="45720" rIns="91440" bIns="45720" rtlCol="0">
            <a:normAutofit/>
          </a:bodyPr>
          <a:lstStyle/>
          <a:p>
            <a:pPr indent="-228600">
              <a:spcAft>
                <a:spcPts val="600"/>
              </a:spcAft>
              <a:buFont typeface="Arial" panose="020B0604020202020204" pitchFamily="34" charset="0"/>
              <a:buChar char="•"/>
            </a:pPr>
            <a:r>
              <a:rPr lang="en-US" sz="1300" b="0" i="0" dirty="0">
                <a:effectLst/>
              </a:rPr>
              <a:t>The cellular radio system has three key components a transceiver station, a mobile telephone switching office (MTSO), and a mobile unit (i.e., the phone). </a:t>
            </a:r>
            <a:endParaRPr lang="en-US" sz="1300" dirty="0"/>
          </a:p>
          <a:p>
            <a:pPr indent="-228600">
              <a:spcAft>
                <a:spcPts val="600"/>
              </a:spcAft>
              <a:buFont typeface="Arial" panose="020B0604020202020204" pitchFamily="34" charset="0"/>
              <a:buChar char="•"/>
            </a:pPr>
            <a:r>
              <a:rPr lang="en-US" sz="1300" dirty="0"/>
              <a:t>Each cell needs a base transceiver </a:t>
            </a:r>
            <a:r>
              <a:rPr lang="en-US" sz="1300" dirty="0" err="1"/>
              <a:t>stationa</a:t>
            </a:r>
            <a:r>
              <a:rPr lang="en-US" sz="1300" dirty="0"/>
              <a:t> tower that transmits signals to and from the mobile unit. Each of these base transceiver stations connects to an MTSO. The MTSO then interfaces into the terrestrial local exchanges to complete calls over the PSTN.</a:t>
            </a:r>
          </a:p>
          <a:p>
            <a:pPr indent="-228600">
              <a:spcAft>
                <a:spcPts val="600"/>
              </a:spcAft>
              <a:buFont typeface="Arial" panose="020B0604020202020204" pitchFamily="34" charset="0"/>
              <a:buChar char="•"/>
            </a:pPr>
            <a:r>
              <a:rPr lang="en-US" sz="1300" dirty="0"/>
              <a:t>The connections from the base transceiver stations to the MTSO can be either microwave or wireline, and then typically from the MTSO to the local exchange there is a wireline facility, but it could also potentially be microwave.</a:t>
            </a:r>
          </a:p>
          <a:p>
            <a:pPr indent="-228600">
              <a:spcAft>
                <a:spcPts val="600"/>
              </a:spcAft>
              <a:buFont typeface="Arial" panose="020B0604020202020204" pitchFamily="34" charset="0"/>
              <a:buChar char="•"/>
            </a:pPr>
            <a:endParaRPr lang="en-US" sz="1300" dirty="0"/>
          </a:p>
          <a:p>
            <a:pPr indent="-228600">
              <a:spcAft>
                <a:spcPts val="600"/>
              </a:spcAft>
              <a:buFont typeface="Arial" panose="020B0604020202020204" pitchFamily="34" charset="0"/>
              <a:buChar char="•"/>
            </a:pPr>
            <a:endParaRPr lang="en-US" sz="1300" dirty="0"/>
          </a:p>
        </p:txBody>
      </p:sp>
      <p:pic>
        <p:nvPicPr>
          <p:cNvPr id="9" name="Resim 8">
            <a:extLst>
              <a:ext uri="{FF2B5EF4-FFF2-40B4-BE49-F238E27FC236}">
                <a16:creationId xmlns:a16="http://schemas.microsoft.com/office/drawing/2014/main" id="{45D1F846-C9F0-3E5C-B0DE-ECBAC1AB06CE}"/>
              </a:ext>
            </a:extLst>
          </p:cNvPr>
          <p:cNvPicPr>
            <a:picLocks noChangeAspect="1"/>
          </p:cNvPicPr>
          <p:nvPr/>
        </p:nvPicPr>
        <p:blipFill>
          <a:blip r:embed="rId2"/>
          <a:stretch>
            <a:fillRect/>
          </a:stretch>
        </p:blipFill>
        <p:spPr>
          <a:xfrm>
            <a:off x="5385816" y="945912"/>
            <a:ext cx="6440424" cy="4910822"/>
          </a:xfrm>
          <a:prstGeom prst="rect">
            <a:avLst/>
          </a:prstGeom>
        </p:spPr>
      </p:pic>
    </p:spTree>
    <p:extLst>
      <p:ext uri="{BB962C8B-B14F-4D97-AF65-F5344CB8AC3E}">
        <p14:creationId xmlns:p14="http://schemas.microsoft.com/office/powerpoint/2010/main" val="3930968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7A075AF-7DD8-4308-B96C-FA15C76B6B91}"/>
              </a:ext>
            </a:extLst>
          </p:cNvPr>
          <p:cNvSpPr>
            <a:spLocks noGrp="1"/>
          </p:cNvSpPr>
          <p:nvPr>
            <p:ph type="title"/>
          </p:nvPr>
        </p:nvSpPr>
        <p:spPr/>
        <p:txBody>
          <a:bodyPr>
            <a:normAutofit fontScale="90000"/>
          </a:bodyPr>
          <a:lstStyle/>
          <a:p>
            <a:r>
              <a:rPr lang="en-US" sz="3100" dirty="0"/>
              <a:t>2G – Second generation communication system GSM</a:t>
            </a:r>
            <a:br>
              <a:rPr lang="en-US" dirty="0"/>
            </a:br>
            <a:endParaRPr lang="tr-TR" dirty="0"/>
          </a:p>
        </p:txBody>
      </p:sp>
      <p:sp>
        <p:nvSpPr>
          <p:cNvPr id="3" name="İçerik Yer Tutucusu 2">
            <a:extLst>
              <a:ext uri="{FF2B5EF4-FFF2-40B4-BE49-F238E27FC236}">
                <a16:creationId xmlns:a16="http://schemas.microsoft.com/office/drawing/2014/main" id="{165419A4-E381-46AB-90C4-6C60ED3EC758}"/>
              </a:ext>
            </a:extLst>
          </p:cNvPr>
          <p:cNvSpPr>
            <a:spLocks noGrp="1"/>
          </p:cNvSpPr>
          <p:nvPr>
            <p:ph idx="1"/>
          </p:nvPr>
        </p:nvSpPr>
        <p:spPr>
          <a:xfrm>
            <a:off x="732110" y="2251881"/>
            <a:ext cx="10919116" cy="3735963"/>
          </a:xfrm>
        </p:spPr>
        <p:txBody>
          <a:bodyPr>
            <a:normAutofit fontScale="85000" lnSpcReduction="10000"/>
          </a:bodyPr>
          <a:lstStyle/>
          <a:p>
            <a:r>
              <a:rPr lang="en-US" dirty="0"/>
              <a:t>Second generation of mobile communication system introduced a new digital technology for wireless transmission also known as Global System for Mobile communication (GSM). </a:t>
            </a:r>
            <a:endParaRPr lang="tr-TR" dirty="0"/>
          </a:p>
          <a:p>
            <a:r>
              <a:rPr lang="en-US" dirty="0"/>
              <a:t>GSM technology became the base standard for further development in wireless standards later. </a:t>
            </a:r>
            <a:endParaRPr lang="tr-TR" dirty="0"/>
          </a:p>
          <a:p>
            <a:r>
              <a:rPr lang="en-US" dirty="0"/>
              <a:t>This standard was capable of supporting up to </a:t>
            </a:r>
            <a:r>
              <a:rPr lang="en-US" dirty="0">
                <a:solidFill>
                  <a:srgbClr val="FF0000"/>
                </a:solidFill>
              </a:rPr>
              <a:t>14.4 to 64kbps </a:t>
            </a:r>
            <a:r>
              <a:rPr lang="en-US" dirty="0"/>
              <a:t>(maximum) data rate which is sufficient for SMS and email services.</a:t>
            </a:r>
            <a:endParaRPr lang="tr-TR" dirty="0"/>
          </a:p>
          <a:p>
            <a:r>
              <a:rPr lang="en-US" dirty="0"/>
              <a:t>Code Division Multiple Access (CDMA) system developed by Qualcomm also introduced and implemented in the mid 1990s. </a:t>
            </a:r>
            <a:endParaRPr lang="tr-TR" dirty="0"/>
          </a:p>
          <a:p>
            <a:r>
              <a:rPr lang="en-US" dirty="0"/>
              <a:t>CDMA has more features than GSM in terms of spectral efficiency, number of users and data rate.</a:t>
            </a:r>
            <a:endParaRPr lang="tr-TR" dirty="0"/>
          </a:p>
        </p:txBody>
      </p:sp>
    </p:spTree>
    <p:extLst>
      <p:ext uri="{BB962C8B-B14F-4D97-AF65-F5344CB8AC3E}">
        <p14:creationId xmlns:p14="http://schemas.microsoft.com/office/powerpoint/2010/main" val="1530933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DF44879F-6698-4394-89D4-7B3CDB92E9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a:extLst>
              <a:ext uri="{FF2B5EF4-FFF2-40B4-BE49-F238E27FC236}">
                <a16:creationId xmlns:a16="http://schemas.microsoft.com/office/drawing/2014/main" id="{C65FD3B2-577C-49A0-B40E-4845C5D59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pic>
        <p:nvPicPr>
          <p:cNvPr id="5" name="Picture 4">
            <a:extLst>
              <a:ext uri="{FF2B5EF4-FFF2-40B4-BE49-F238E27FC236}">
                <a16:creationId xmlns:a16="http://schemas.microsoft.com/office/drawing/2014/main" id="{76177326-A8BA-90C0-E6EB-8C7B550E5AE6}"/>
              </a:ext>
            </a:extLst>
          </p:cNvPr>
          <p:cNvPicPr>
            <a:picLocks noChangeAspect="1"/>
          </p:cNvPicPr>
          <p:nvPr/>
        </p:nvPicPr>
        <p:blipFill rotWithShape="1">
          <a:blip r:embed="rId2">
            <a:alphaModFix amt="40000"/>
          </a:blip>
          <a:srcRect/>
          <a:stretch/>
        </p:blipFill>
        <p:spPr>
          <a:xfrm>
            <a:off x="20" y="10"/>
            <a:ext cx="12191980" cy="6857990"/>
          </a:xfrm>
          <a:prstGeom prst="rect">
            <a:avLst/>
          </a:prstGeom>
        </p:spPr>
      </p:pic>
      <p:sp>
        <p:nvSpPr>
          <p:cNvPr id="2" name="Başlık 1">
            <a:extLst>
              <a:ext uri="{FF2B5EF4-FFF2-40B4-BE49-F238E27FC236}">
                <a16:creationId xmlns:a16="http://schemas.microsoft.com/office/drawing/2014/main" id="{85001C82-43BD-405F-8600-334D57C10322}"/>
              </a:ext>
            </a:extLst>
          </p:cNvPr>
          <p:cNvSpPr>
            <a:spLocks noGrp="1"/>
          </p:cNvSpPr>
          <p:nvPr>
            <p:ph type="title"/>
          </p:nvPr>
        </p:nvSpPr>
        <p:spPr>
          <a:xfrm>
            <a:off x="841248" y="426720"/>
            <a:ext cx="10506456" cy="1919141"/>
          </a:xfrm>
        </p:spPr>
        <p:txBody>
          <a:bodyPr anchor="b">
            <a:normAutofit/>
          </a:bodyPr>
          <a:lstStyle/>
          <a:p>
            <a:r>
              <a:rPr lang="en-US" sz="6000" b="1" i="0">
                <a:solidFill>
                  <a:srgbClr val="FFFFFF"/>
                </a:solidFill>
                <a:effectLst/>
                <a:latin typeface="source sans pro" panose="020B0503030403020204" pitchFamily="34" charset="0"/>
              </a:rPr>
              <a:t>Key features of 2G system</a:t>
            </a:r>
            <a:br>
              <a:rPr lang="en-US" sz="6000" b="1" i="0">
                <a:solidFill>
                  <a:srgbClr val="FFFFFF"/>
                </a:solidFill>
                <a:effectLst/>
                <a:latin typeface="source sans pro" panose="020B0503030403020204" pitchFamily="34" charset="0"/>
              </a:rPr>
            </a:br>
            <a:endParaRPr lang="tr-TR" sz="6000">
              <a:solidFill>
                <a:srgbClr val="FFFFFF"/>
              </a:solidFill>
            </a:endParaRPr>
          </a:p>
        </p:txBody>
      </p:sp>
      <p:sp>
        <p:nvSpPr>
          <p:cNvPr id="35" name="Rectangle 34">
            <a:extLst>
              <a:ext uri="{FF2B5EF4-FFF2-40B4-BE49-F238E27FC236}">
                <a16:creationId xmlns:a16="http://schemas.microsoft.com/office/drawing/2014/main" id="{7A0B5DEA-ADF6-4BA5-9307-147F0A468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8680" y="2898648"/>
            <a:ext cx="10506456" cy="18288"/>
          </a:xfrm>
          <a:prstGeom prst="rect">
            <a:avLst/>
          </a:prstGeom>
          <a:solidFill>
            <a:srgbClr val="FF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83982"/>
            <a:ext cx="1873457"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çerik Yer Tutucusu 2">
            <a:extLst>
              <a:ext uri="{FF2B5EF4-FFF2-40B4-BE49-F238E27FC236}">
                <a16:creationId xmlns:a16="http://schemas.microsoft.com/office/drawing/2014/main" id="{91368FFA-AF41-4946-826A-B071B1B6AE12}"/>
              </a:ext>
            </a:extLst>
          </p:cNvPr>
          <p:cNvSpPr>
            <a:spLocks noGrp="1"/>
          </p:cNvSpPr>
          <p:nvPr>
            <p:ph idx="1"/>
          </p:nvPr>
        </p:nvSpPr>
        <p:spPr>
          <a:xfrm>
            <a:off x="841248" y="3337269"/>
            <a:ext cx="10509504" cy="2905686"/>
          </a:xfrm>
        </p:spPr>
        <p:txBody>
          <a:bodyPr>
            <a:normAutofit/>
          </a:bodyPr>
          <a:lstStyle/>
          <a:p>
            <a:pPr>
              <a:lnSpc>
                <a:spcPct val="100000"/>
              </a:lnSpc>
              <a:buFont typeface="Arial" panose="020B0604020202020204" pitchFamily="34" charset="0"/>
              <a:buChar char="•"/>
            </a:pPr>
            <a:r>
              <a:rPr lang="en-US" sz="1000" b="0" i="0" dirty="0">
                <a:solidFill>
                  <a:srgbClr val="FFFFFF"/>
                </a:solidFill>
                <a:effectLst/>
                <a:latin typeface="source sans pro" panose="020B0503030403020204" pitchFamily="34" charset="0"/>
              </a:rPr>
              <a:t>SMS services is possible</a:t>
            </a:r>
          </a:p>
          <a:p>
            <a:pPr>
              <a:lnSpc>
                <a:spcPct val="100000"/>
              </a:lnSpc>
              <a:buFont typeface="Arial" panose="020B0604020202020204" pitchFamily="34" charset="0"/>
              <a:buChar char="•"/>
            </a:pPr>
            <a:r>
              <a:rPr lang="en-US" sz="1000" b="0" i="0" dirty="0">
                <a:solidFill>
                  <a:srgbClr val="FFFFFF"/>
                </a:solidFill>
                <a:effectLst/>
                <a:latin typeface="source sans pro" panose="020B0503030403020204" pitchFamily="34" charset="0"/>
              </a:rPr>
              <a:t>Roaming is possible</a:t>
            </a:r>
          </a:p>
          <a:p>
            <a:pPr>
              <a:lnSpc>
                <a:spcPct val="100000"/>
              </a:lnSpc>
              <a:buFont typeface="Arial" panose="020B0604020202020204" pitchFamily="34" charset="0"/>
              <a:buChar char="•"/>
            </a:pPr>
            <a:r>
              <a:rPr lang="en-US" sz="1000" b="0" i="0" dirty="0">
                <a:solidFill>
                  <a:srgbClr val="FFFFFF"/>
                </a:solidFill>
                <a:effectLst/>
                <a:latin typeface="source sans pro" panose="020B0503030403020204" pitchFamily="34" charset="0"/>
              </a:rPr>
              <a:t>Enhanced security</a:t>
            </a:r>
          </a:p>
          <a:p>
            <a:pPr>
              <a:lnSpc>
                <a:spcPct val="100000"/>
              </a:lnSpc>
              <a:buFont typeface="Arial" panose="020B0604020202020204" pitchFamily="34" charset="0"/>
              <a:buChar char="•"/>
            </a:pPr>
            <a:r>
              <a:rPr lang="en-US" sz="1000" b="0" i="0" dirty="0">
                <a:solidFill>
                  <a:srgbClr val="FFFFFF"/>
                </a:solidFill>
                <a:effectLst/>
                <a:latin typeface="source sans pro" panose="020B0503030403020204" pitchFamily="34" charset="0"/>
              </a:rPr>
              <a:t>Encrypted voice transmission</a:t>
            </a:r>
          </a:p>
          <a:p>
            <a:pPr>
              <a:lnSpc>
                <a:spcPct val="100000"/>
              </a:lnSpc>
              <a:buFont typeface="Arial" panose="020B0604020202020204" pitchFamily="34" charset="0"/>
              <a:buChar char="•"/>
            </a:pPr>
            <a:r>
              <a:rPr lang="en-US" sz="1000" b="0" i="0" dirty="0">
                <a:solidFill>
                  <a:srgbClr val="FFFFFF"/>
                </a:solidFill>
                <a:effectLst/>
                <a:latin typeface="source sans pro" panose="020B0503030403020204" pitchFamily="34" charset="0"/>
              </a:rPr>
              <a:t>First internet at lower data rate</a:t>
            </a:r>
          </a:p>
          <a:p>
            <a:pPr marL="0" indent="0">
              <a:lnSpc>
                <a:spcPct val="100000"/>
              </a:lnSpc>
              <a:buNone/>
            </a:pPr>
            <a:r>
              <a:rPr lang="en-US" sz="1200" b="1" i="0" dirty="0">
                <a:solidFill>
                  <a:srgbClr val="FFFFFF"/>
                </a:solidFill>
                <a:effectLst/>
                <a:latin typeface="source sans pro" panose="020B0503030403020204" pitchFamily="34" charset="0"/>
              </a:rPr>
              <a:t>Disadvantages of 2G system</a:t>
            </a:r>
          </a:p>
          <a:p>
            <a:pPr>
              <a:lnSpc>
                <a:spcPct val="100000"/>
              </a:lnSpc>
              <a:buFont typeface="Arial" panose="020B0604020202020204" pitchFamily="34" charset="0"/>
              <a:buChar char="•"/>
            </a:pPr>
            <a:r>
              <a:rPr lang="en-US" sz="1000" b="0" i="0" dirty="0">
                <a:solidFill>
                  <a:srgbClr val="FFFFFF"/>
                </a:solidFill>
                <a:effectLst/>
                <a:latin typeface="source sans pro" panose="020B0503030403020204" pitchFamily="34" charset="0"/>
              </a:rPr>
              <a:t>Low data rate</a:t>
            </a:r>
          </a:p>
          <a:p>
            <a:pPr>
              <a:lnSpc>
                <a:spcPct val="100000"/>
              </a:lnSpc>
              <a:buFont typeface="Arial" panose="020B0604020202020204" pitchFamily="34" charset="0"/>
              <a:buChar char="•"/>
            </a:pPr>
            <a:r>
              <a:rPr lang="en-US" sz="1000" b="0" i="0" dirty="0">
                <a:solidFill>
                  <a:srgbClr val="FFFFFF"/>
                </a:solidFill>
                <a:effectLst/>
                <a:latin typeface="source sans pro" panose="020B0503030403020204" pitchFamily="34" charset="0"/>
              </a:rPr>
              <a:t>Limited mobility</a:t>
            </a:r>
          </a:p>
          <a:p>
            <a:pPr>
              <a:lnSpc>
                <a:spcPct val="100000"/>
              </a:lnSpc>
              <a:buFont typeface="Arial" panose="020B0604020202020204" pitchFamily="34" charset="0"/>
              <a:buChar char="•"/>
            </a:pPr>
            <a:r>
              <a:rPr lang="en-US" sz="1000" b="0" i="0" dirty="0">
                <a:solidFill>
                  <a:srgbClr val="FFFFFF"/>
                </a:solidFill>
                <a:effectLst/>
                <a:latin typeface="source sans pro" panose="020B0503030403020204" pitchFamily="34" charset="0"/>
              </a:rPr>
              <a:t>Less features on mobile devices</a:t>
            </a:r>
          </a:p>
          <a:p>
            <a:pPr>
              <a:lnSpc>
                <a:spcPct val="100000"/>
              </a:lnSpc>
              <a:buFont typeface="Arial" panose="020B0604020202020204" pitchFamily="34" charset="0"/>
              <a:buChar char="•"/>
            </a:pPr>
            <a:r>
              <a:rPr lang="en-US" sz="1000" b="0" i="0" dirty="0">
                <a:solidFill>
                  <a:srgbClr val="FFFFFF"/>
                </a:solidFill>
                <a:effectLst/>
                <a:latin typeface="source sans pro" panose="020B0503030403020204" pitchFamily="34" charset="0"/>
              </a:rPr>
              <a:t>Limited number of users and hardware capability</a:t>
            </a:r>
          </a:p>
          <a:p>
            <a:pPr>
              <a:lnSpc>
                <a:spcPct val="100000"/>
              </a:lnSpc>
            </a:pPr>
            <a:endParaRPr lang="tr-TR" sz="1000" dirty="0">
              <a:solidFill>
                <a:srgbClr val="FFFFFF"/>
              </a:solidFill>
            </a:endParaRPr>
          </a:p>
        </p:txBody>
      </p:sp>
    </p:spTree>
    <p:extLst>
      <p:ext uri="{BB962C8B-B14F-4D97-AF65-F5344CB8AC3E}">
        <p14:creationId xmlns:p14="http://schemas.microsoft.com/office/powerpoint/2010/main" val="3111234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66D1568-90ED-47D5-965D-FBD7D1222AF8}"/>
              </a:ext>
            </a:extLst>
          </p:cNvPr>
          <p:cNvSpPr>
            <a:spLocks noGrp="1"/>
          </p:cNvSpPr>
          <p:nvPr>
            <p:ph type="title"/>
          </p:nvPr>
        </p:nvSpPr>
        <p:spPr>
          <a:xfrm>
            <a:off x="841248" y="334644"/>
            <a:ext cx="10509504" cy="1076914"/>
          </a:xfrm>
        </p:spPr>
        <p:txBody>
          <a:bodyPr anchor="ctr">
            <a:normAutofit/>
          </a:bodyPr>
          <a:lstStyle/>
          <a:p>
            <a:r>
              <a:rPr lang="en-US" sz="3400" b="1" i="0">
                <a:effectLst/>
                <a:latin typeface="source sans pro" panose="020B0503030403020204" pitchFamily="34" charset="0"/>
              </a:rPr>
              <a:t>2.5G and 2.75G system</a:t>
            </a:r>
            <a:br>
              <a:rPr lang="en-US" sz="3400" b="1" i="0">
                <a:effectLst/>
                <a:latin typeface="source sans pro" panose="020B0503030403020204" pitchFamily="34" charset="0"/>
              </a:rPr>
            </a:br>
            <a:endParaRPr lang="tr-TR" sz="3400"/>
          </a:p>
        </p:txBody>
      </p:sp>
      <p:sp>
        <p:nvSpPr>
          <p:cNvPr id="22" name="Rectangle 2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6" name="İçerik Yer Tutucusu 2">
            <a:extLst>
              <a:ext uri="{FF2B5EF4-FFF2-40B4-BE49-F238E27FC236}">
                <a16:creationId xmlns:a16="http://schemas.microsoft.com/office/drawing/2014/main" id="{9B7404AB-5955-C2BA-37B0-C224D5524D97}"/>
              </a:ext>
            </a:extLst>
          </p:cNvPr>
          <p:cNvGraphicFramePr>
            <a:graphicFrameLocks noGrp="1"/>
          </p:cNvGraphicFramePr>
          <p:nvPr>
            <p:ph idx="1"/>
            <p:extLst>
              <p:ext uri="{D42A27DB-BD31-4B8C-83A1-F6EECF244321}">
                <p14:modId xmlns:p14="http://schemas.microsoft.com/office/powerpoint/2010/main" val="3986472057"/>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4408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a:extLst>
              <a:ext uri="{FF2B5EF4-FFF2-40B4-BE49-F238E27FC236}">
                <a16:creationId xmlns:a16="http://schemas.microsoft.com/office/drawing/2014/main" id="{5E908EC2-DB49-3C99-AF01-42039E4F229E}"/>
              </a:ext>
            </a:extLst>
          </p:cNvPr>
          <p:cNvSpPr txBox="1"/>
          <p:nvPr/>
        </p:nvSpPr>
        <p:spPr>
          <a:xfrm>
            <a:off x="845575" y="543897"/>
            <a:ext cx="6096000" cy="5047536"/>
          </a:xfrm>
          <a:prstGeom prst="rect">
            <a:avLst/>
          </a:prstGeom>
          <a:noFill/>
        </p:spPr>
        <p:txBody>
          <a:bodyPr wrap="square">
            <a:spAutoFit/>
          </a:bodyPr>
          <a:lstStyle/>
          <a:p>
            <a:pPr algn="l"/>
            <a:endParaRPr lang="tr-TR" sz="1000" b="0" i="0" u="none" strike="noStrike" baseline="0" dirty="0">
              <a:solidFill>
                <a:srgbClr val="000000"/>
              </a:solidFill>
              <a:latin typeface="Calibri" panose="020F0502020204030204" pitchFamily="34" charset="0"/>
            </a:endParaRPr>
          </a:p>
          <a:p>
            <a:r>
              <a:rPr lang="tr-TR" sz="3200" b="0" i="0" u="none" strike="noStrike" baseline="0" dirty="0">
                <a:latin typeface="Calibri" panose="020F0502020204030204" pitchFamily="34" charset="0"/>
              </a:rPr>
              <a:t>2G </a:t>
            </a:r>
          </a:p>
          <a:p>
            <a:r>
              <a:rPr lang="tr-TR" sz="1800" b="0" i="0" u="none" strike="noStrike" baseline="0" dirty="0">
                <a:latin typeface="Arial" panose="020B0604020202020204" pitchFamily="34" charset="0"/>
              </a:rPr>
              <a:t>•</a:t>
            </a:r>
            <a:r>
              <a:rPr lang="tr-TR" sz="1800" b="0" i="0" u="none" strike="noStrike" baseline="0" dirty="0" err="1">
                <a:latin typeface="Calibri" panose="020F0502020204030204" pitchFamily="34" charset="0"/>
              </a:rPr>
              <a:t>Frequency</a:t>
            </a:r>
            <a:r>
              <a:rPr lang="tr-TR" sz="1800" b="0" i="0" u="none" strike="noStrike" baseline="0" dirty="0">
                <a:latin typeface="Calibri" panose="020F0502020204030204" pitchFamily="34" charset="0"/>
              </a:rPr>
              <a:t>: 1.8GHz (900MHz), </a:t>
            </a:r>
            <a:r>
              <a:rPr lang="tr-TR" sz="1800" b="0" i="0" u="none" strike="noStrike" baseline="0" dirty="0" err="1">
                <a:latin typeface="Calibri" panose="020F0502020204030204" pitchFamily="34" charset="0"/>
              </a:rPr>
              <a:t>digital</a:t>
            </a:r>
            <a:r>
              <a:rPr lang="tr-TR" sz="1800" b="0" i="0" u="none" strike="noStrike" baseline="0" dirty="0">
                <a:latin typeface="Calibri" panose="020F0502020204030204" pitchFamily="34" charset="0"/>
              </a:rPr>
              <a:t> </a:t>
            </a:r>
            <a:r>
              <a:rPr lang="tr-TR" sz="1800" b="0" i="0" u="none" strike="noStrike" baseline="0" dirty="0" err="1">
                <a:latin typeface="Calibri" panose="020F0502020204030204" pitchFamily="34" charset="0"/>
              </a:rPr>
              <a:t>telecommunication</a:t>
            </a:r>
            <a:r>
              <a:rPr lang="tr-TR" sz="1800" b="0" i="0" u="none" strike="noStrike" baseline="0" dirty="0">
                <a:latin typeface="Calibri" panose="020F0502020204030204" pitchFamily="34" charset="0"/>
              </a:rPr>
              <a:t> </a:t>
            </a:r>
          </a:p>
          <a:p>
            <a:r>
              <a:rPr lang="tr-TR" sz="1800" b="0" i="0" u="none" strike="noStrike" baseline="0" dirty="0">
                <a:latin typeface="Arial" panose="020B0604020202020204" pitchFamily="34" charset="0"/>
              </a:rPr>
              <a:t>•</a:t>
            </a:r>
            <a:r>
              <a:rPr lang="tr-TR" sz="1800" b="0" i="0" u="none" strike="noStrike" baseline="0" dirty="0" err="1">
                <a:latin typeface="Calibri" panose="020F0502020204030204" pitchFamily="34" charset="0"/>
              </a:rPr>
              <a:t>Bandwidth</a:t>
            </a:r>
            <a:r>
              <a:rPr lang="tr-TR" sz="1800" b="0" i="0" u="none" strike="noStrike" baseline="0" dirty="0">
                <a:latin typeface="Calibri" panose="020F0502020204030204" pitchFamily="34" charset="0"/>
              </a:rPr>
              <a:t>: 900MHz (25MHz) </a:t>
            </a:r>
          </a:p>
          <a:p>
            <a:r>
              <a:rPr lang="tr-TR" sz="1800" b="0" i="0" u="none" strike="noStrike" baseline="0" dirty="0">
                <a:latin typeface="Arial" panose="020B0604020202020204" pitchFamily="34" charset="0"/>
              </a:rPr>
              <a:t>•</a:t>
            </a:r>
            <a:r>
              <a:rPr lang="tr-TR" sz="1800" b="0" i="0" u="none" strike="noStrike" baseline="0" dirty="0" err="1">
                <a:latin typeface="Calibri" panose="020F0502020204030204" pitchFamily="34" charset="0"/>
              </a:rPr>
              <a:t>Characteristic</a:t>
            </a:r>
            <a:r>
              <a:rPr lang="tr-TR" sz="1800" b="0" i="0" u="none" strike="noStrike" baseline="0" dirty="0">
                <a:latin typeface="Calibri" panose="020F0502020204030204" pitchFamily="34" charset="0"/>
              </a:rPr>
              <a:t>: </a:t>
            </a:r>
            <a:r>
              <a:rPr lang="tr-TR" sz="1800" b="0" i="0" u="none" strike="noStrike" baseline="0" dirty="0" err="1">
                <a:latin typeface="Calibri" panose="020F0502020204030204" pitchFamily="34" charset="0"/>
              </a:rPr>
              <a:t>Digital</a:t>
            </a:r>
            <a:r>
              <a:rPr lang="tr-TR" sz="1800" b="0" i="0" u="none" strike="noStrike" baseline="0" dirty="0">
                <a:latin typeface="Calibri" panose="020F0502020204030204" pitchFamily="34" charset="0"/>
              </a:rPr>
              <a:t> </a:t>
            </a:r>
          </a:p>
          <a:p>
            <a:r>
              <a:rPr lang="tr-TR" sz="1800" b="0" i="0" u="none" strike="noStrike" baseline="0" dirty="0">
                <a:latin typeface="Arial" panose="020B0604020202020204" pitchFamily="34" charset="0"/>
              </a:rPr>
              <a:t>•</a:t>
            </a:r>
            <a:r>
              <a:rPr lang="tr-TR" sz="1800" b="0" i="0" u="none" strike="noStrike" baseline="0" dirty="0" err="1">
                <a:latin typeface="Calibri" panose="020F0502020204030204" pitchFamily="34" charset="0"/>
              </a:rPr>
              <a:t>Technology</a:t>
            </a:r>
            <a:r>
              <a:rPr lang="tr-TR" sz="1800" b="0" i="0" u="none" strike="noStrike" baseline="0" dirty="0">
                <a:latin typeface="Calibri" panose="020F0502020204030204" pitchFamily="34" charset="0"/>
              </a:rPr>
              <a:t>: </a:t>
            </a:r>
            <a:r>
              <a:rPr lang="tr-TR" sz="1800" b="0" i="0" u="none" strike="noStrike" baseline="0" dirty="0" err="1">
                <a:latin typeface="Calibri" panose="020F0502020204030204" pitchFamily="34" charset="0"/>
              </a:rPr>
              <a:t>Digital</a:t>
            </a:r>
            <a:r>
              <a:rPr lang="tr-TR" sz="1800" b="0" i="0" u="none" strike="noStrike" baseline="0" dirty="0">
                <a:latin typeface="Calibri" panose="020F0502020204030204" pitchFamily="34" charset="0"/>
              </a:rPr>
              <a:t> </a:t>
            </a:r>
            <a:r>
              <a:rPr lang="tr-TR" sz="1800" b="0" i="0" u="none" strike="noStrike" baseline="0" dirty="0" err="1">
                <a:latin typeface="Calibri" panose="020F0502020204030204" pitchFamily="34" charset="0"/>
              </a:rPr>
              <a:t>cellular</a:t>
            </a:r>
            <a:r>
              <a:rPr lang="tr-TR" sz="1800" b="0" i="0" u="none" strike="noStrike" baseline="0" dirty="0">
                <a:latin typeface="Calibri" panose="020F0502020204030204" pitchFamily="34" charset="0"/>
              </a:rPr>
              <a:t>, GSM </a:t>
            </a:r>
          </a:p>
          <a:p>
            <a:r>
              <a:rPr lang="tr-TR" sz="1800" b="0" i="0" u="none" strike="noStrike" baseline="0" dirty="0">
                <a:latin typeface="Arial" panose="020B0604020202020204" pitchFamily="34" charset="0"/>
              </a:rPr>
              <a:t>•</a:t>
            </a:r>
            <a:r>
              <a:rPr lang="tr-TR" sz="1800" b="0" i="0" u="none" strike="noStrike" baseline="0" dirty="0" err="1">
                <a:latin typeface="Calibri" panose="020F0502020204030204" pitchFamily="34" charset="0"/>
              </a:rPr>
              <a:t>Capacity</a:t>
            </a:r>
            <a:r>
              <a:rPr lang="tr-TR" sz="1800" b="0" i="0" u="none" strike="noStrike" baseline="0" dirty="0">
                <a:latin typeface="Calibri" panose="020F0502020204030204" pitchFamily="34" charset="0"/>
              </a:rPr>
              <a:t> (data rate): 64kbps </a:t>
            </a:r>
          </a:p>
          <a:p>
            <a:endParaRPr lang="tr-TR" sz="1800" b="0" i="0" u="none" strike="noStrike" baseline="0" dirty="0">
              <a:latin typeface="Calibri" panose="020F0502020204030204" pitchFamily="34" charset="0"/>
            </a:endParaRPr>
          </a:p>
          <a:p>
            <a:r>
              <a:rPr lang="tr-TR" sz="1800" b="0" i="0" u="none" strike="noStrike" baseline="0" dirty="0">
                <a:latin typeface="Arial" panose="020B0604020202020204" pitchFamily="34" charset="0"/>
              </a:rPr>
              <a:t>•</a:t>
            </a:r>
            <a:r>
              <a:rPr lang="tr-TR" sz="1800" b="0" i="0" u="none" strike="noStrike" baseline="0" dirty="0" err="1">
                <a:latin typeface="Calibri" panose="020F0502020204030204" pitchFamily="34" charset="0"/>
              </a:rPr>
              <a:t>Why</a:t>
            </a:r>
            <a:r>
              <a:rPr lang="tr-TR" sz="1800" b="0" i="0" u="none" strike="noStrike" baseline="0" dirty="0">
                <a:latin typeface="Calibri" panose="020F0502020204030204" pitchFamily="34" charset="0"/>
              </a:rPr>
              <a:t> </a:t>
            </a:r>
            <a:r>
              <a:rPr lang="tr-TR" sz="1800" b="0" i="0" u="none" strike="noStrike" baseline="0" dirty="0" err="1">
                <a:latin typeface="Calibri" panose="020F0502020204030204" pitchFamily="34" charset="0"/>
              </a:rPr>
              <a:t>better</a:t>
            </a:r>
            <a:r>
              <a:rPr lang="tr-TR" sz="1800" b="0" i="0" u="none" strike="noStrike" baseline="0" dirty="0">
                <a:latin typeface="Calibri" panose="020F0502020204030204" pitchFamily="34" charset="0"/>
              </a:rPr>
              <a:t> </a:t>
            </a:r>
            <a:r>
              <a:rPr lang="tr-TR" sz="1800" b="0" i="0" u="none" strike="noStrike" baseline="0" dirty="0" err="1">
                <a:latin typeface="Calibri" panose="020F0502020204030204" pitchFamily="34" charset="0"/>
              </a:rPr>
              <a:t>than</a:t>
            </a:r>
            <a:r>
              <a:rPr lang="tr-TR" sz="1800" b="0" i="0" u="none" strike="noStrike" baseline="0" dirty="0">
                <a:latin typeface="Calibri" panose="020F0502020204030204" pitchFamily="34" charset="0"/>
              </a:rPr>
              <a:t> 1G? </a:t>
            </a:r>
          </a:p>
          <a:p>
            <a:endParaRPr lang="tr-TR" sz="1800" b="0" i="0" u="none" strike="noStrike" baseline="0" dirty="0">
              <a:latin typeface="Calibri" panose="020F0502020204030204" pitchFamily="34" charset="0"/>
            </a:endParaRPr>
          </a:p>
          <a:p>
            <a:r>
              <a:rPr lang="tr-TR" sz="1800" b="0" i="0" u="none" strike="noStrike" baseline="0" dirty="0">
                <a:latin typeface="Arial" panose="020B0604020202020204" pitchFamily="34" charset="0"/>
              </a:rPr>
              <a:t>•</a:t>
            </a:r>
            <a:r>
              <a:rPr lang="tr-TR" sz="1800" b="0" i="0" u="none" strike="noStrike" baseline="0" dirty="0" err="1">
                <a:latin typeface="Calibri" panose="020F0502020204030204" pitchFamily="34" charset="0"/>
              </a:rPr>
              <a:t>From</a:t>
            </a:r>
            <a:r>
              <a:rPr lang="tr-TR" sz="1800" b="0" i="0" u="none" strike="noStrike" baseline="0" dirty="0">
                <a:latin typeface="Calibri" panose="020F0502020204030204" pitchFamily="34" charset="0"/>
              </a:rPr>
              <a:t> 1991 </a:t>
            </a:r>
            <a:r>
              <a:rPr lang="tr-TR" sz="1800" b="0" i="0" u="none" strike="noStrike" baseline="0" dirty="0" err="1">
                <a:latin typeface="Calibri" panose="020F0502020204030204" pitchFamily="34" charset="0"/>
              </a:rPr>
              <a:t>to</a:t>
            </a:r>
            <a:r>
              <a:rPr lang="tr-TR" sz="1800" b="0" i="0" u="none" strike="noStrike" baseline="0" dirty="0">
                <a:latin typeface="Calibri" panose="020F0502020204030204" pitchFamily="34" charset="0"/>
              </a:rPr>
              <a:t> 2000 </a:t>
            </a:r>
          </a:p>
          <a:p>
            <a:r>
              <a:rPr lang="tr-TR" sz="1800" b="0" i="0" u="none" strike="noStrike" baseline="0" dirty="0">
                <a:latin typeface="Arial" panose="020B0604020202020204" pitchFamily="34" charset="0"/>
              </a:rPr>
              <a:t>•</a:t>
            </a:r>
            <a:r>
              <a:rPr lang="tr-TR" sz="1800" b="0" i="0" u="none" strike="noStrike" baseline="0" dirty="0" err="1">
                <a:latin typeface="Calibri" panose="020F0502020204030204" pitchFamily="34" charset="0"/>
              </a:rPr>
              <a:t>Allows</a:t>
            </a:r>
            <a:r>
              <a:rPr lang="tr-TR" sz="1800" b="0" i="0" u="none" strike="noStrike" baseline="0" dirty="0">
                <a:latin typeface="Calibri" panose="020F0502020204030204" pitchFamily="34" charset="0"/>
              </a:rPr>
              <a:t> </a:t>
            </a:r>
            <a:r>
              <a:rPr lang="tr-TR" sz="1800" b="0" i="0" u="none" strike="noStrike" baseline="0" dirty="0" err="1">
                <a:latin typeface="Calibri" panose="020F0502020204030204" pitchFamily="34" charset="0"/>
              </a:rPr>
              <a:t>txt</a:t>
            </a:r>
            <a:r>
              <a:rPr lang="tr-TR" sz="1800" b="0" i="0" u="none" strike="noStrike" baseline="0" dirty="0">
                <a:latin typeface="Calibri" panose="020F0502020204030204" pitchFamily="34" charset="0"/>
              </a:rPr>
              <a:t> </a:t>
            </a:r>
            <a:r>
              <a:rPr lang="tr-TR" sz="1800" b="0" i="0" u="none" strike="noStrike" baseline="0" dirty="0" err="1">
                <a:latin typeface="Calibri" panose="020F0502020204030204" pitchFamily="34" charset="0"/>
              </a:rPr>
              <a:t>msg</a:t>
            </a:r>
            <a:r>
              <a:rPr lang="tr-TR" sz="1800" b="0" i="0" u="none" strike="noStrike" baseline="0" dirty="0">
                <a:latin typeface="Calibri" panose="020F0502020204030204" pitchFamily="34" charset="0"/>
              </a:rPr>
              <a:t> service </a:t>
            </a:r>
          </a:p>
          <a:p>
            <a:r>
              <a:rPr lang="en-US" sz="1800" b="0" i="0" u="none" strike="noStrike" baseline="0" dirty="0">
                <a:latin typeface="Arial" panose="020B0604020202020204" pitchFamily="34" charset="0"/>
              </a:rPr>
              <a:t>•</a:t>
            </a:r>
            <a:r>
              <a:rPr lang="en-US" sz="1800" b="0" i="0" u="none" strike="noStrike" baseline="0" dirty="0">
                <a:latin typeface="Calibri" panose="020F0502020204030204" pitchFamily="34" charset="0"/>
              </a:rPr>
              <a:t>Signal must be strong or else weak digital signal </a:t>
            </a:r>
          </a:p>
          <a:p>
            <a:r>
              <a:rPr lang="tr-TR" sz="1800" b="0" i="0" u="none" strike="noStrike" baseline="0" dirty="0">
                <a:latin typeface="Arial" panose="020B0604020202020204" pitchFamily="34" charset="0"/>
              </a:rPr>
              <a:t>•</a:t>
            </a:r>
            <a:r>
              <a:rPr lang="tr-TR" sz="1800" b="0" i="0" u="none" strike="noStrike" baseline="0" dirty="0">
                <a:latin typeface="Calibri" panose="020F0502020204030204" pitchFamily="34" charset="0"/>
              </a:rPr>
              <a:t>2.5G </a:t>
            </a:r>
          </a:p>
          <a:p>
            <a:r>
              <a:rPr lang="en-US" sz="1600" b="0" i="0" u="none" strike="noStrike" baseline="0" dirty="0">
                <a:latin typeface="Arial" panose="020B0604020202020204" pitchFamily="34" charset="0"/>
              </a:rPr>
              <a:t>–</a:t>
            </a:r>
            <a:r>
              <a:rPr lang="en-US" sz="1600" b="0" i="0" u="none" strike="noStrike" baseline="0" dirty="0">
                <a:latin typeface="Calibri" panose="020F0502020204030204" pitchFamily="34" charset="0"/>
              </a:rPr>
              <a:t>2G cellular technology with GPRS </a:t>
            </a:r>
          </a:p>
          <a:p>
            <a:r>
              <a:rPr lang="tr-TR" sz="1600" b="0" i="0" u="none" strike="noStrike" baseline="0" dirty="0">
                <a:latin typeface="Arial" panose="020B0604020202020204" pitchFamily="34" charset="0"/>
              </a:rPr>
              <a:t>–</a:t>
            </a:r>
            <a:r>
              <a:rPr lang="tr-TR" sz="1600" b="0" i="0" u="none" strike="noStrike" baseline="0" dirty="0">
                <a:latin typeface="Calibri" panose="020F0502020204030204" pitchFamily="34" charset="0"/>
              </a:rPr>
              <a:t>E-</a:t>
            </a:r>
            <a:r>
              <a:rPr lang="tr-TR" sz="1600" b="0" i="0" u="none" strike="noStrike" baseline="0" dirty="0" err="1">
                <a:latin typeface="Calibri" panose="020F0502020204030204" pitchFamily="34" charset="0"/>
              </a:rPr>
              <a:t>Mails</a:t>
            </a:r>
            <a:r>
              <a:rPr lang="tr-TR" sz="1600" b="0" i="0" u="none" strike="noStrike" baseline="0" dirty="0">
                <a:latin typeface="Calibri" panose="020F0502020204030204" pitchFamily="34" charset="0"/>
              </a:rPr>
              <a:t> </a:t>
            </a:r>
          </a:p>
          <a:p>
            <a:r>
              <a:rPr lang="tr-TR" sz="1600" b="0" i="0" u="none" strike="noStrike" baseline="0" dirty="0">
                <a:latin typeface="Arial" panose="020B0604020202020204" pitchFamily="34" charset="0"/>
              </a:rPr>
              <a:t>–</a:t>
            </a:r>
            <a:r>
              <a:rPr lang="tr-TR" sz="1600" b="0" i="0" u="none" strike="noStrike" baseline="0" dirty="0">
                <a:latin typeface="Calibri" panose="020F0502020204030204" pitchFamily="34" charset="0"/>
              </a:rPr>
              <a:t>Web </a:t>
            </a:r>
            <a:r>
              <a:rPr lang="tr-TR" sz="1600" b="0" i="0" u="none" strike="noStrike" baseline="0" dirty="0" err="1">
                <a:latin typeface="Calibri" panose="020F0502020204030204" pitchFamily="34" charset="0"/>
              </a:rPr>
              <a:t>browsing</a:t>
            </a:r>
            <a:r>
              <a:rPr lang="tr-TR" sz="1600" b="0" i="0" u="none" strike="noStrike" baseline="0" dirty="0">
                <a:latin typeface="Calibri" panose="020F0502020204030204" pitchFamily="34" charset="0"/>
              </a:rPr>
              <a:t> </a:t>
            </a:r>
          </a:p>
          <a:p>
            <a:r>
              <a:rPr lang="tr-TR" sz="1600" b="0" i="0" u="none" strike="noStrike" baseline="0" dirty="0">
                <a:latin typeface="Arial" panose="020B0604020202020204" pitchFamily="34" charset="0"/>
              </a:rPr>
              <a:t>–</a:t>
            </a:r>
            <a:r>
              <a:rPr lang="tr-TR" sz="1600" b="0" i="0" u="none" strike="noStrike" baseline="0" dirty="0" err="1">
                <a:latin typeface="Calibri" panose="020F0502020204030204" pitchFamily="34" charset="0"/>
              </a:rPr>
              <a:t>Camera</a:t>
            </a:r>
            <a:r>
              <a:rPr lang="tr-TR" sz="1600" b="0" i="0" u="none" strike="noStrike" baseline="0" dirty="0">
                <a:latin typeface="Calibri" panose="020F0502020204030204" pitchFamily="34" charset="0"/>
              </a:rPr>
              <a:t> </a:t>
            </a:r>
            <a:r>
              <a:rPr lang="tr-TR" sz="1600" b="0" i="0" u="none" strike="noStrike" baseline="0" dirty="0" err="1">
                <a:latin typeface="Calibri" panose="020F0502020204030204" pitchFamily="34" charset="0"/>
              </a:rPr>
              <a:t>phones</a:t>
            </a:r>
            <a:r>
              <a:rPr lang="tr-TR" sz="1600" b="0" i="0" u="none" strike="noStrike" baseline="0" dirty="0">
                <a:latin typeface="Calibri" panose="020F0502020204030204" pitchFamily="34" charset="0"/>
              </a:rPr>
              <a:t> </a:t>
            </a:r>
          </a:p>
        </p:txBody>
      </p:sp>
      <p:pic>
        <p:nvPicPr>
          <p:cNvPr id="8" name="Resim 7">
            <a:extLst>
              <a:ext uri="{FF2B5EF4-FFF2-40B4-BE49-F238E27FC236}">
                <a16:creationId xmlns:a16="http://schemas.microsoft.com/office/drawing/2014/main" id="{14A6ABB2-56CB-8BED-C0C9-8F74A26687B3}"/>
              </a:ext>
            </a:extLst>
          </p:cNvPr>
          <p:cNvPicPr>
            <a:picLocks noChangeAspect="1"/>
          </p:cNvPicPr>
          <p:nvPr/>
        </p:nvPicPr>
        <p:blipFill>
          <a:blip r:embed="rId2"/>
          <a:stretch>
            <a:fillRect/>
          </a:stretch>
        </p:blipFill>
        <p:spPr>
          <a:xfrm>
            <a:off x="7905162" y="-58343"/>
            <a:ext cx="2202371" cy="2110923"/>
          </a:xfrm>
          <a:prstGeom prst="rect">
            <a:avLst/>
          </a:prstGeom>
        </p:spPr>
      </p:pic>
      <p:pic>
        <p:nvPicPr>
          <p:cNvPr id="10" name="Resim 9">
            <a:extLst>
              <a:ext uri="{FF2B5EF4-FFF2-40B4-BE49-F238E27FC236}">
                <a16:creationId xmlns:a16="http://schemas.microsoft.com/office/drawing/2014/main" id="{DB35E2C3-5773-6D06-A282-698D46374553}"/>
              </a:ext>
            </a:extLst>
          </p:cNvPr>
          <p:cNvPicPr>
            <a:picLocks noChangeAspect="1"/>
          </p:cNvPicPr>
          <p:nvPr/>
        </p:nvPicPr>
        <p:blipFill>
          <a:blip r:embed="rId3"/>
          <a:stretch>
            <a:fillRect/>
          </a:stretch>
        </p:blipFill>
        <p:spPr>
          <a:xfrm>
            <a:off x="8819536" y="4709651"/>
            <a:ext cx="988719" cy="1917150"/>
          </a:xfrm>
          <a:prstGeom prst="rect">
            <a:avLst/>
          </a:prstGeom>
        </p:spPr>
      </p:pic>
      <p:sp>
        <p:nvSpPr>
          <p:cNvPr id="18" name="Metin kutusu 17">
            <a:extLst>
              <a:ext uri="{FF2B5EF4-FFF2-40B4-BE49-F238E27FC236}">
                <a16:creationId xmlns:a16="http://schemas.microsoft.com/office/drawing/2014/main" id="{27FDF4D5-5B09-0F9D-C4AB-EA6F79DAC8A9}"/>
              </a:ext>
            </a:extLst>
          </p:cNvPr>
          <p:cNvSpPr txBox="1"/>
          <p:nvPr/>
        </p:nvSpPr>
        <p:spPr>
          <a:xfrm>
            <a:off x="5771536" y="2078955"/>
            <a:ext cx="6096000" cy="2862322"/>
          </a:xfrm>
          <a:prstGeom prst="rect">
            <a:avLst/>
          </a:prstGeom>
          <a:noFill/>
        </p:spPr>
        <p:txBody>
          <a:bodyPr wrap="square">
            <a:spAutoFit/>
          </a:bodyPr>
          <a:lstStyle/>
          <a:p>
            <a:r>
              <a:rPr lang="en-US" b="0" i="0" dirty="0">
                <a:solidFill>
                  <a:srgbClr val="222222"/>
                </a:solidFill>
                <a:effectLst/>
                <a:latin typeface="Times New Roman" panose="02020603050405020304" pitchFamily="18" charset="0"/>
              </a:rPr>
              <a:t>2G capabilities are achieved by allowing multiple users on a single channel via multiplexing. During 2G Cellular phones are used for data also along with voice. The advance in technology from 1G to 2G introduced many of the fundamental services that we still use today, such as SMS, </a:t>
            </a:r>
            <a:r>
              <a:rPr lang="en-US" b="1" i="0" dirty="0">
                <a:solidFill>
                  <a:srgbClr val="800080"/>
                </a:solidFill>
                <a:effectLst/>
                <a:latin typeface="Times New Roman" panose="02020603050405020304" pitchFamily="18" charset="0"/>
              </a:rPr>
              <a:t>internal roaming</a:t>
            </a:r>
            <a:r>
              <a:rPr lang="en-US" b="0" i="0" dirty="0">
                <a:solidFill>
                  <a:srgbClr val="222222"/>
                </a:solidFill>
                <a:effectLst/>
                <a:latin typeface="Times New Roman" panose="02020603050405020304" pitchFamily="18" charset="0"/>
              </a:rPr>
              <a:t> , conference calls, call hold and billing based on services e.g. charges based on long distance calls and real time billing. The max speed of 2G with General Packet Radio Service ( </a:t>
            </a:r>
            <a:r>
              <a:rPr lang="en-US" b="1" i="0" dirty="0">
                <a:solidFill>
                  <a:srgbClr val="800080"/>
                </a:solidFill>
                <a:effectLst/>
                <a:latin typeface="Times New Roman" panose="02020603050405020304" pitchFamily="18" charset="0"/>
              </a:rPr>
              <a:t>GPRS</a:t>
            </a:r>
            <a:r>
              <a:rPr lang="en-US" b="0" i="0" dirty="0">
                <a:solidFill>
                  <a:srgbClr val="222222"/>
                </a:solidFill>
                <a:effectLst/>
                <a:latin typeface="Times New Roman" panose="02020603050405020304" pitchFamily="18" charset="0"/>
              </a:rPr>
              <a:t> ) is 50 Kbps or 1 Mbps with Enhanced Data Rates for GSM Evolution ( </a:t>
            </a:r>
            <a:r>
              <a:rPr lang="en-US" b="1" i="0" dirty="0">
                <a:solidFill>
                  <a:srgbClr val="800080"/>
                </a:solidFill>
                <a:effectLst/>
                <a:latin typeface="Times New Roman" panose="02020603050405020304" pitchFamily="18" charset="0"/>
              </a:rPr>
              <a:t>EDGE</a:t>
            </a:r>
            <a:r>
              <a:rPr lang="en-US" b="0" i="0" dirty="0">
                <a:solidFill>
                  <a:srgbClr val="222222"/>
                </a:solidFill>
                <a:effectLst/>
                <a:latin typeface="Times New Roman" panose="02020603050405020304" pitchFamily="18" charset="0"/>
              </a:rPr>
              <a:t> ).</a:t>
            </a:r>
            <a:endParaRPr lang="tr-TR" dirty="0"/>
          </a:p>
        </p:txBody>
      </p:sp>
    </p:spTree>
    <p:extLst>
      <p:ext uri="{BB962C8B-B14F-4D97-AF65-F5344CB8AC3E}">
        <p14:creationId xmlns:p14="http://schemas.microsoft.com/office/powerpoint/2010/main" val="3053817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37BFDFE9-936C-45EE-83D0-146514313501}"/>
              </a:ext>
            </a:extLst>
          </p:cNvPr>
          <p:cNvSpPr>
            <a:spLocks noGrp="1"/>
          </p:cNvSpPr>
          <p:nvPr>
            <p:ph type="title"/>
          </p:nvPr>
        </p:nvSpPr>
        <p:spPr>
          <a:xfrm>
            <a:off x="1115568" y="548640"/>
            <a:ext cx="10168128" cy="1179576"/>
          </a:xfrm>
        </p:spPr>
        <p:txBody>
          <a:bodyPr>
            <a:normAutofit/>
          </a:bodyPr>
          <a:lstStyle/>
          <a:p>
            <a:r>
              <a:rPr lang="en-US" sz="3400"/>
              <a:t>3G – Third generation communication system</a:t>
            </a:r>
            <a:br>
              <a:rPr lang="en-US" sz="3400"/>
            </a:br>
            <a:endParaRPr lang="tr-TR" sz="34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çerik Yer Tutucusu 2">
            <a:extLst>
              <a:ext uri="{FF2B5EF4-FFF2-40B4-BE49-F238E27FC236}">
                <a16:creationId xmlns:a16="http://schemas.microsoft.com/office/drawing/2014/main" id="{0AF668DE-6C99-4970-8A7D-A93CA489F238}"/>
              </a:ext>
            </a:extLst>
          </p:cNvPr>
          <p:cNvSpPr>
            <a:spLocks noGrp="1"/>
          </p:cNvSpPr>
          <p:nvPr>
            <p:ph idx="1"/>
          </p:nvPr>
        </p:nvSpPr>
        <p:spPr>
          <a:xfrm>
            <a:off x="498834" y="2221992"/>
            <a:ext cx="11223774" cy="3954971"/>
          </a:xfrm>
        </p:spPr>
        <p:txBody>
          <a:bodyPr>
            <a:normAutofit/>
          </a:bodyPr>
          <a:lstStyle/>
          <a:p>
            <a:r>
              <a:rPr lang="en-US" sz="2200" dirty="0"/>
              <a:t>Third generation mobile communication started with the introduction of UMTS – Universal Mobile Terrestrial / Telecommunication Systems. </a:t>
            </a:r>
            <a:endParaRPr lang="tr-TR" sz="2200" dirty="0"/>
          </a:p>
          <a:p>
            <a:r>
              <a:rPr lang="en-US" sz="2200" dirty="0"/>
              <a:t>UMTS has the data rate of 384kbps and it support video calling for the first time on mobile devices.</a:t>
            </a:r>
            <a:endParaRPr lang="tr-TR" sz="2200" dirty="0"/>
          </a:p>
          <a:p>
            <a:r>
              <a:rPr lang="en-US" sz="2200" dirty="0"/>
              <a:t>After the introduction of 3G mobile communication system, smart phones became popular across the globe. </a:t>
            </a:r>
            <a:endParaRPr lang="tr-TR" sz="2200" dirty="0"/>
          </a:p>
          <a:p>
            <a:r>
              <a:rPr lang="en-US" sz="2200" dirty="0"/>
              <a:t>Specific applications were developed for smartphones which handles multimedia chat, email, video calling, games, social media and healthcare.</a:t>
            </a:r>
            <a:endParaRPr lang="tr-TR" sz="2200" dirty="0"/>
          </a:p>
        </p:txBody>
      </p:sp>
    </p:spTree>
    <p:extLst>
      <p:ext uri="{BB962C8B-B14F-4D97-AF65-F5344CB8AC3E}">
        <p14:creationId xmlns:p14="http://schemas.microsoft.com/office/powerpoint/2010/main" val="1486909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1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58036A0-D343-4713-9F6C-701C7479643F}"/>
              </a:ext>
            </a:extLst>
          </p:cNvPr>
          <p:cNvSpPr>
            <a:spLocks noGrp="1"/>
          </p:cNvSpPr>
          <p:nvPr>
            <p:ph type="title"/>
          </p:nvPr>
        </p:nvSpPr>
        <p:spPr>
          <a:xfrm>
            <a:off x="841248" y="256032"/>
            <a:ext cx="10506456" cy="1014984"/>
          </a:xfrm>
        </p:spPr>
        <p:txBody>
          <a:bodyPr anchor="b">
            <a:normAutofit/>
          </a:bodyPr>
          <a:lstStyle/>
          <a:p>
            <a:r>
              <a:rPr lang="en-US" sz="3100" b="1" i="0">
                <a:effectLst/>
                <a:latin typeface="source sans pro" panose="020B0503030403020204" pitchFamily="34" charset="0"/>
              </a:rPr>
              <a:t>Key features of 3G system</a:t>
            </a:r>
            <a:br>
              <a:rPr lang="en-US" sz="3100" b="1" i="0">
                <a:effectLst/>
                <a:latin typeface="source sans pro" panose="020B0503030403020204" pitchFamily="34" charset="0"/>
              </a:rPr>
            </a:br>
            <a:endParaRPr lang="tr-TR" sz="3100"/>
          </a:p>
        </p:txBody>
      </p:sp>
      <p:sp>
        <p:nvSpPr>
          <p:cNvPr id="27" name="Rectangle 2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9144"/>
          </a:xfrm>
          <a:prstGeom prst="rect">
            <a:avLst/>
          </a:prstGeom>
          <a:solidFill>
            <a:schemeClr val="tx1">
              <a:lumMod val="65000"/>
              <a:lumOff val="35000"/>
              <a:alpha val="30000"/>
            </a:schemeClr>
          </a:solidFill>
          <a:ln w="9525">
            <a:solidFill>
              <a:schemeClr val="tx1">
                <a:lumMod val="65000"/>
                <a:lumOff val="3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29" name="İçerik Yer Tutucusu 2">
            <a:extLst>
              <a:ext uri="{FF2B5EF4-FFF2-40B4-BE49-F238E27FC236}">
                <a16:creationId xmlns:a16="http://schemas.microsoft.com/office/drawing/2014/main" id="{1FBB99EB-BEFF-FB7B-313C-0605DE4962F0}"/>
              </a:ext>
            </a:extLst>
          </p:cNvPr>
          <p:cNvGraphicFramePr>
            <a:graphicFrameLocks noGrp="1"/>
          </p:cNvGraphicFramePr>
          <p:nvPr>
            <p:ph idx="1"/>
            <p:extLst>
              <p:ext uri="{D42A27DB-BD31-4B8C-83A1-F6EECF244321}">
                <p14:modId xmlns:p14="http://schemas.microsoft.com/office/powerpoint/2010/main" val="431094959"/>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9473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56D49D9-A1FC-4397-97E1-C037426FCE41}"/>
              </a:ext>
            </a:extLst>
          </p:cNvPr>
          <p:cNvSpPr>
            <a:spLocks noGrp="1"/>
          </p:cNvSpPr>
          <p:nvPr>
            <p:ph type="title"/>
          </p:nvPr>
        </p:nvSpPr>
        <p:spPr>
          <a:xfrm>
            <a:off x="841248" y="251312"/>
            <a:ext cx="10506456" cy="1010264"/>
          </a:xfrm>
        </p:spPr>
        <p:txBody>
          <a:bodyPr anchor="ctr">
            <a:normAutofit/>
          </a:bodyPr>
          <a:lstStyle/>
          <a:p>
            <a:r>
              <a:rPr lang="en-US" sz="3100" b="1" i="0">
                <a:effectLst/>
                <a:latin typeface="source sans pro" panose="020B0503030403020204" pitchFamily="34" charset="0"/>
              </a:rPr>
              <a:t>3.5G to 3.75 Systems</a:t>
            </a:r>
            <a:br>
              <a:rPr lang="en-US" sz="3100" b="1" i="0">
                <a:effectLst/>
                <a:latin typeface="source sans pro" panose="020B0503030403020204" pitchFamily="34" charset="0"/>
              </a:rPr>
            </a:br>
            <a:endParaRPr lang="tr-TR" sz="3100"/>
          </a:p>
        </p:txBody>
      </p:sp>
      <p:sp>
        <p:nvSpPr>
          <p:cNvPr id="22" name="Rectangle 21">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6" name="İçerik Yer Tutucusu 2">
            <a:extLst>
              <a:ext uri="{FF2B5EF4-FFF2-40B4-BE49-F238E27FC236}">
                <a16:creationId xmlns:a16="http://schemas.microsoft.com/office/drawing/2014/main" id="{30980B56-825B-7A5C-06EF-8E5626085879}"/>
              </a:ext>
            </a:extLst>
          </p:cNvPr>
          <p:cNvGraphicFramePr>
            <a:graphicFrameLocks noGrp="1"/>
          </p:cNvGraphicFramePr>
          <p:nvPr>
            <p:ph idx="1"/>
            <p:extLst>
              <p:ext uri="{D42A27DB-BD31-4B8C-83A1-F6EECF244321}">
                <p14:modId xmlns:p14="http://schemas.microsoft.com/office/powerpoint/2010/main" val="501731239"/>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7759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BFA815C2-8FD1-47B6-91BB-95FF74F04D20}"/>
              </a:ext>
            </a:extLst>
          </p:cNvPr>
          <p:cNvSpPr>
            <a:spLocks noGrp="1"/>
          </p:cNvSpPr>
          <p:nvPr>
            <p:ph type="title"/>
          </p:nvPr>
        </p:nvSpPr>
        <p:spPr>
          <a:xfrm>
            <a:off x="1115568" y="548640"/>
            <a:ext cx="10168128" cy="1179576"/>
          </a:xfrm>
        </p:spPr>
        <p:txBody>
          <a:bodyPr>
            <a:normAutofit/>
          </a:bodyPr>
          <a:lstStyle/>
          <a:p>
            <a:r>
              <a:rPr lang="en-US" sz="3700" b="1" i="0">
                <a:effectLst/>
                <a:latin typeface="source sans pro" panose="020B0503030403020204" pitchFamily="34" charset="0"/>
              </a:rPr>
              <a:t>Disadvantages of 3G systems</a:t>
            </a:r>
            <a:br>
              <a:rPr lang="en-US" sz="3700" b="1" i="0">
                <a:effectLst/>
                <a:latin typeface="source sans pro" panose="020B0503030403020204" pitchFamily="34" charset="0"/>
              </a:rPr>
            </a:br>
            <a:endParaRPr lang="tr-TR" sz="37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8" name="İçerik Yer Tutucusu 2">
            <a:extLst>
              <a:ext uri="{FF2B5EF4-FFF2-40B4-BE49-F238E27FC236}">
                <a16:creationId xmlns:a16="http://schemas.microsoft.com/office/drawing/2014/main" id="{CA7AC572-252F-7FF4-3E4C-A8247844F969}"/>
              </a:ext>
            </a:extLst>
          </p:cNvPr>
          <p:cNvGraphicFramePr>
            <a:graphicFrameLocks noGrp="1"/>
          </p:cNvGraphicFramePr>
          <p:nvPr>
            <p:ph idx="1"/>
          </p:nvPr>
        </p:nvGraphicFramePr>
        <p:xfrm>
          <a:off x="1115568" y="2481943"/>
          <a:ext cx="10168128" cy="36950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68162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FFA5B1D-1144-4C0B-B27C-B9865A52C87C}"/>
              </a:ext>
            </a:extLst>
          </p:cNvPr>
          <p:cNvSpPr>
            <a:spLocks noGrp="1"/>
          </p:cNvSpPr>
          <p:nvPr>
            <p:ph type="title"/>
          </p:nvPr>
        </p:nvSpPr>
        <p:spPr>
          <a:xfrm>
            <a:off x="841248" y="256032"/>
            <a:ext cx="10506456" cy="1014984"/>
          </a:xfrm>
        </p:spPr>
        <p:txBody>
          <a:bodyPr anchor="b">
            <a:normAutofit/>
          </a:bodyPr>
          <a:lstStyle/>
          <a:p>
            <a:r>
              <a:rPr lang="en-US" sz="3100" b="0" i="0">
                <a:effectLst/>
                <a:latin typeface="source sans pro" panose="020B0503030403020204" pitchFamily="34" charset="0"/>
              </a:rPr>
              <a:t>4G – Fourth generation communication system</a:t>
            </a:r>
            <a:br>
              <a:rPr lang="en-US" sz="3100" b="0" i="0">
                <a:effectLst/>
                <a:latin typeface="source sans pro" panose="020B0503030403020204" pitchFamily="34" charset="0"/>
              </a:rPr>
            </a:br>
            <a:endParaRPr lang="tr-TR" sz="3100"/>
          </a:p>
        </p:txBody>
      </p:sp>
      <p:sp>
        <p:nvSpPr>
          <p:cNvPr id="22" name="Rectangle 2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9144"/>
          </a:xfrm>
          <a:prstGeom prst="rect">
            <a:avLst/>
          </a:prstGeom>
          <a:solidFill>
            <a:schemeClr val="tx1">
              <a:lumMod val="65000"/>
              <a:lumOff val="35000"/>
              <a:alpha val="30000"/>
            </a:schemeClr>
          </a:solidFill>
          <a:ln w="9525">
            <a:solidFill>
              <a:schemeClr val="tx1">
                <a:lumMod val="65000"/>
                <a:lumOff val="3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6" name="İçerik Yer Tutucusu 2">
            <a:extLst>
              <a:ext uri="{FF2B5EF4-FFF2-40B4-BE49-F238E27FC236}">
                <a16:creationId xmlns:a16="http://schemas.microsoft.com/office/drawing/2014/main" id="{F773B452-9B59-808D-DAEE-FE6718CCEC75}"/>
              </a:ext>
            </a:extLst>
          </p:cNvPr>
          <p:cNvGraphicFramePr>
            <a:graphicFrameLocks noGrp="1"/>
          </p:cNvGraphicFramePr>
          <p:nvPr>
            <p:ph idx="1"/>
            <p:extLst>
              <p:ext uri="{D42A27DB-BD31-4B8C-83A1-F6EECF244321}">
                <p14:modId xmlns:p14="http://schemas.microsoft.com/office/powerpoint/2010/main" val="2501670208"/>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1077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31FD414-70D2-4E7D-858B-EF1F09ECCFB5}"/>
              </a:ext>
            </a:extLst>
          </p:cNvPr>
          <p:cNvSpPr>
            <a:spLocks noGrp="1"/>
          </p:cNvSpPr>
          <p:nvPr>
            <p:ph type="title"/>
          </p:nvPr>
        </p:nvSpPr>
        <p:spPr>
          <a:xfrm>
            <a:off x="841248" y="334644"/>
            <a:ext cx="10509504" cy="1076914"/>
          </a:xfrm>
        </p:spPr>
        <p:txBody>
          <a:bodyPr anchor="ctr">
            <a:normAutofit/>
          </a:bodyPr>
          <a:lstStyle/>
          <a:p>
            <a:r>
              <a:rPr lang="en-US" sz="3400" b="1" i="0">
                <a:effectLst/>
                <a:latin typeface="source sans pro" panose="020B0503030403020204" pitchFamily="34" charset="0"/>
              </a:rPr>
              <a:t>Key features of 4G system</a:t>
            </a:r>
            <a:br>
              <a:rPr lang="en-US" sz="3400" b="1" i="0">
                <a:effectLst/>
                <a:latin typeface="source sans pro" panose="020B0503030403020204" pitchFamily="34" charset="0"/>
              </a:rPr>
            </a:br>
            <a:endParaRPr lang="tr-TR" sz="3400"/>
          </a:p>
        </p:txBody>
      </p:sp>
      <p:sp>
        <p:nvSpPr>
          <p:cNvPr id="22" name="Rectangle 2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6" name="İçerik Yer Tutucusu 2">
            <a:extLst>
              <a:ext uri="{FF2B5EF4-FFF2-40B4-BE49-F238E27FC236}">
                <a16:creationId xmlns:a16="http://schemas.microsoft.com/office/drawing/2014/main" id="{BD1F3659-814A-4CE5-495F-E85AFB6A2CE5}"/>
              </a:ext>
            </a:extLst>
          </p:cNvPr>
          <p:cNvGraphicFramePr>
            <a:graphicFrameLocks noGrp="1"/>
          </p:cNvGraphicFramePr>
          <p:nvPr>
            <p:ph idx="1"/>
            <p:extLst>
              <p:ext uri="{D42A27DB-BD31-4B8C-83A1-F6EECF244321}">
                <p14:modId xmlns:p14="http://schemas.microsoft.com/office/powerpoint/2010/main" val="53961674"/>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2876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4AD29B6-BF3B-4407-9E75-52DF8E3B2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34EF1073-63FA-4D48-BDC6-14ABB93D7419}"/>
              </a:ext>
            </a:extLst>
          </p:cNvPr>
          <p:cNvSpPr>
            <a:spLocks noGrp="1"/>
          </p:cNvSpPr>
          <p:nvPr>
            <p:ph type="title"/>
          </p:nvPr>
        </p:nvSpPr>
        <p:spPr>
          <a:xfrm>
            <a:off x="1045029" y="507160"/>
            <a:ext cx="2993571" cy="5438730"/>
          </a:xfrm>
        </p:spPr>
        <p:txBody>
          <a:bodyPr>
            <a:normAutofit/>
          </a:bodyPr>
          <a:lstStyle/>
          <a:p>
            <a:r>
              <a:rPr lang="en-US" sz="3200" b="1" i="0">
                <a:effectLst/>
                <a:latin typeface="source sans pro" panose="020B0503030403020204" pitchFamily="34" charset="0"/>
              </a:rPr>
              <a:t>Disadvantages of 4G system</a:t>
            </a:r>
            <a:br>
              <a:rPr lang="en-US" sz="3200" b="1" i="0">
                <a:effectLst/>
                <a:latin typeface="source sans pro" panose="020B0503030403020204" pitchFamily="34" charset="0"/>
              </a:rPr>
            </a:br>
            <a:endParaRPr lang="tr-TR" sz="3200"/>
          </a:p>
        </p:txBody>
      </p:sp>
      <p:sp>
        <p:nvSpPr>
          <p:cNvPr id="13" name="Rectangle 12">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2874481"/>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7" name="İçerik Yer Tutucusu 2">
            <a:extLst>
              <a:ext uri="{FF2B5EF4-FFF2-40B4-BE49-F238E27FC236}">
                <a16:creationId xmlns:a16="http://schemas.microsoft.com/office/drawing/2014/main" id="{CE2854F0-F63A-7863-2F40-CEB7E2015E4C}"/>
              </a:ext>
            </a:extLst>
          </p:cNvPr>
          <p:cNvGraphicFramePr>
            <a:graphicFrameLocks noGrp="1"/>
          </p:cNvGraphicFramePr>
          <p:nvPr>
            <p:ph idx="1"/>
            <p:extLst>
              <p:ext uri="{D42A27DB-BD31-4B8C-83A1-F6EECF244321}">
                <p14:modId xmlns:p14="http://schemas.microsoft.com/office/powerpoint/2010/main" val="288472829"/>
              </p:ext>
            </p:extLst>
          </p:nvPr>
        </p:nvGraphicFramePr>
        <p:xfrm>
          <a:off x="4526280" y="512064"/>
          <a:ext cx="6830568" cy="5440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67153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87994E14-B810-48A5-A601-CC3A87A7BEA2}"/>
              </a:ext>
            </a:extLst>
          </p:cNvPr>
          <p:cNvSpPr>
            <a:spLocks noGrp="1"/>
          </p:cNvSpPr>
          <p:nvPr>
            <p:ph type="title"/>
          </p:nvPr>
        </p:nvSpPr>
        <p:spPr>
          <a:xfrm>
            <a:off x="1115568" y="548640"/>
            <a:ext cx="10168128" cy="1179576"/>
          </a:xfrm>
        </p:spPr>
        <p:txBody>
          <a:bodyPr>
            <a:normAutofit/>
          </a:bodyPr>
          <a:lstStyle/>
          <a:p>
            <a:r>
              <a:rPr lang="en-US" sz="3400"/>
              <a:t>5G – Fifth generation communication system</a:t>
            </a:r>
            <a:br>
              <a:rPr lang="en-US" sz="3400"/>
            </a:br>
            <a:endParaRPr lang="tr-TR" sz="34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çerik Yer Tutucusu 2">
            <a:extLst>
              <a:ext uri="{FF2B5EF4-FFF2-40B4-BE49-F238E27FC236}">
                <a16:creationId xmlns:a16="http://schemas.microsoft.com/office/drawing/2014/main" id="{73CAE10A-B98A-4AA1-ADDE-257181078665}"/>
              </a:ext>
            </a:extLst>
          </p:cNvPr>
          <p:cNvSpPr>
            <a:spLocks noGrp="1"/>
          </p:cNvSpPr>
          <p:nvPr>
            <p:ph idx="1"/>
          </p:nvPr>
        </p:nvSpPr>
        <p:spPr>
          <a:xfrm>
            <a:off x="1115568" y="2481943"/>
            <a:ext cx="10168128" cy="3695020"/>
          </a:xfrm>
        </p:spPr>
        <p:txBody>
          <a:bodyPr>
            <a:normAutofit/>
          </a:bodyPr>
          <a:lstStyle/>
          <a:p>
            <a:pPr>
              <a:lnSpc>
                <a:spcPct val="100000"/>
              </a:lnSpc>
            </a:pPr>
            <a:r>
              <a:rPr lang="en-US" sz="1400"/>
              <a:t>5G network is using advanced technologies to deliver ultra fast internet and multimedia experience for customers. Existing LTE advanced networks will transform into supercharged 5G networks in future.</a:t>
            </a:r>
          </a:p>
          <a:p>
            <a:pPr>
              <a:lnSpc>
                <a:spcPct val="100000"/>
              </a:lnSpc>
            </a:pPr>
            <a:r>
              <a:rPr lang="en-US" sz="1400"/>
              <a:t>In earlier deployments, 5G network will function in non standalone mode and standalone mode. In non standalone mode both LTE spectrum and 5G-NR spectrum will be used together. Control signaling will be connected to LTE core network in non standalone mode.</a:t>
            </a:r>
          </a:p>
          <a:p>
            <a:pPr>
              <a:lnSpc>
                <a:spcPct val="100000"/>
              </a:lnSpc>
            </a:pPr>
            <a:r>
              <a:rPr lang="en-US" sz="1400"/>
              <a:t>There will be a dedicated 5G core network higher bandwidth 5G – NR spectrum for standalone mode.  Sub 6-GHz spectrum of FR1 ranges are  used in the initial deployments of 5G networks.</a:t>
            </a:r>
          </a:p>
          <a:p>
            <a:pPr>
              <a:lnSpc>
                <a:spcPct val="100000"/>
              </a:lnSpc>
            </a:pPr>
            <a:r>
              <a:rPr lang="en-US" sz="1400"/>
              <a:t>In order to achieve higher data rate, </a:t>
            </a:r>
            <a:r>
              <a:rPr lang="en-US" sz="1400">
                <a:hlinkClick r:id="rId2"/>
              </a:rPr>
              <a:t>5G technology</a:t>
            </a:r>
            <a:r>
              <a:rPr lang="en-US" sz="1400"/>
              <a:t> will use millimeter waves and unlicensed spectrum for data transmission. Complex modulation technique has been developed to support massive data rate for </a:t>
            </a:r>
            <a:r>
              <a:rPr lang="en-US" sz="1400">
                <a:hlinkClick r:id="rId3"/>
              </a:rPr>
              <a:t>Internet of Things</a:t>
            </a:r>
            <a:r>
              <a:rPr lang="en-US" sz="1400"/>
              <a:t>.</a:t>
            </a:r>
          </a:p>
          <a:p>
            <a:pPr>
              <a:lnSpc>
                <a:spcPct val="100000"/>
              </a:lnSpc>
            </a:pPr>
            <a:r>
              <a:rPr lang="en-US" sz="1400"/>
              <a:t>Find more about </a:t>
            </a:r>
            <a:r>
              <a:rPr lang="en-US" sz="1400">
                <a:hlinkClick r:id="rId4"/>
              </a:rPr>
              <a:t>what is 5G NR (New Radio) and how 5G NR works</a:t>
            </a:r>
            <a:endParaRPr lang="en-US" sz="1400"/>
          </a:p>
          <a:p>
            <a:pPr>
              <a:lnSpc>
                <a:spcPct val="100000"/>
              </a:lnSpc>
            </a:pPr>
            <a:r>
              <a:rPr lang="en-US" sz="1400"/>
              <a:t>Cloud based network architecture will extend the functionalities and analytical capabilities for industries, autonomous driving, healthcare and security </a:t>
            </a:r>
            <a:r>
              <a:rPr lang="en-US" sz="1400">
                <a:hlinkClick r:id="rId5"/>
              </a:rPr>
              <a:t>applications</a:t>
            </a:r>
            <a:r>
              <a:rPr lang="en-US" sz="1400"/>
              <a:t>.</a:t>
            </a:r>
          </a:p>
          <a:p>
            <a:pPr>
              <a:lnSpc>
                <a:spcPct val="100000"/>
              </a:lnSpc>
            </a:pPr>
            <a:endParaRPr lang="tr-TR" sz="1400"/>
          </a:p>
        </p:txBody>
      </p:sp>
    </p:spTree>
    <p:extLst>
      <p:ext uri="{BB962C8B-B14F-4D97-AF65-F5344CB8AC3E}">
        <p14:creationId xmlns:p14="http://schemas.microsoft.com/office/powerpoint/2010/main" val="1268502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B90E6EA-84B0-4D28-A67F-1B0B0A3AC8C6}"/>
              </a:ext>
            </a:extLst>
          </p:cNvPr>
          <p:cNvSpPr>
            <a:spLocks noGrp="1"/>
          </p:cNvSpPr>
          <p:nvPr>
            <p:ph type="title"/>
          </p:nvPr>
        </p:nvSpPr>
        <p:spPr>
          <a:xfrm>
            <a:off x="841248" y="334644"/>
            <a:ext cx="10509504" cy="1076914"/>
          </a:xfrm>
        </p:spPr>
        <p:txBody>
          <a:bodyPr anchor="ctr">
            <a:normAutofit/>
          </a:bodyPr>
          <a:lstStyle/>
          <a:p>
            <a:r>
              <a:rPr lang="en-US" sz="3400" b="1" i="0">
                <a:effectLst/>
                <a:latin typeface="source sans pro" panose="020B0503030403020204" pitchFamily="34" charset="0"/>
              </a:rPr>
              <a:t>Key features of 5G technology</a:t>
            </a:r>
            <a:br>
              <a:rPr lang="en-US" sz="3400" b="1" i="0">
                <a:effectLst/>
                <a:latin typeface="source sans pro" panose="020B0503030403020204" pitchFamily="34" charset="0"/>
              </a:rPr>
            </a:br>
            <a:endParaRPr lang="tr-TR" sz="3400"/>
          </a:p>
        </p:txBody>
      </p:sp>
      <p:sp>
        <p:nvSpPr>
          <p:cNvPr id="22" name="Rectangle 2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6" name="İçerik Yer Tutucusu 2">
            <a:extLst>
              <a:ext uri="{FF2B5EF4-FFF2-40B4-BE49-F238E27FC236}">
                <a16:creationId xmlns:a16="http://schemas.microsoft.com/office/drawing/2014/main" id="{61E01AE3-E549-AD9A-AF84-E3CECDB343EA}"/>
              </a:ext>
            </a:extLst>
          </p:cNvPr>
          <p:cNvGraphicFramePr>
            <a:graphicFrameLocks noGrp="1"/>
          </p:cNvGraphicFramePr>
          <p:nvPr>
            <p:ph idx="1"/>
            <p:extLst>
              <p:ext uri="{D42A27DB-BD31-4B8C-83A1-F6EECF244321}">
                <p14:modId xmlns:p14="http://schemas.microsoft.com/office/powerpoint/2010/main" val="1971540822"/>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40264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Rectangle 72">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5" name="Rectangle 74">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7" name="Rectangle 76">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FF5C241F-0927-496A-BB97-87BBFB66D0DC}"/>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2800" b="1" i="0">
                <a:effectLst/>
              </a:rPr>
              <a:t>Comparison of 1G to 5G technology</a:t>
            </a:r>
            <a:br>
              <a:rPr lang="en-US" sz="2800" b="1" i="0">
                <a:effectLst/>
              </a:rPr>
            </a:br>
            <a:endParaRPr lang="en-US" sz="2800"/>
          </a:p>
        </p:txBody>
      </p:sp>
      <p:sp>
        <p:nvSpPr>
          <p:cNvPr id="79" name="Rectangle: Rounded Corners 78">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pic>
        <p:nvPicPr>
          <p:cNvPr id="2050" name="Picture 2" descr="Suggested 5G wireless performance We now give a comparison of 1G to 5G... |  Download Table">
            <a:extLst>
              <a:ext uri="{FF2B5EF4-FFF2-40B4-BE49-F238E27FC236}">
                <a16:creationId xmlns:a16="http://schemas.microsoft.com/office/drawing/2014/main" id="{5B33901A-35EE-4B94-8A80-C961C34771D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641600" y="2139484"/>
            <a:ext cx="6908800"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8464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in on Electronic &amp; Electricity">
            <a:extLst>
              <a:ext uri="{FF2B5EF4-FFF2-40B4-BE49-F238E27FC236}">
                <a16:creationId xmlns:a16="http://schemas.microsoft.com/office/drawing/2014/main" id="{A06DE15B-0AC4-4CFD-96FD-867E920AFC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8796" y="314785"/>
            <a:ext cx="8304572" cy="6228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1686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able 1 from Evolution of Mobile Wireless Communication Networks-1G to 5G  as well as Future Prospective of Next Generation Communication Network |  Semantic Scholar">
            <a:extLst>
              <a:ext uri="{FF2B5EF4-FFF2-40B4-BE49-F238E27FC236}">
                <a16:creationId xmlns:a16="http://schemas.microsoft.com/office/drawing/2014/main" id="{A653B19B-DC5E-4DE3-B889-490F78071C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8817" y="334297"/>
            <a:ext cx="6863172" cy="6029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6147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Evolution of wireless technologies 1G to 5G in mobile communication - RF  Page">
            <a:extLst>
              <a:ext uri="{FF2B5EF4-FFF2-40B4-BE49-F238E27FC236}">
                <a16:creationId xmlns:a16="http://schemas.microsoft.com/office/drawing/2014/main" id="{1528BB0B-FA3F-4A7D-AF9F-33E2F7A68B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1678" y="380225"/>
            <a:ext cx="8414876" cy="6097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98236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66E581-C0E2-06A3-DEE9-565280E34D96}"/>
              </a:ext>
            </a:extLst>
          </p:cNvPr>
          <p:cNvSpPr>
            <a:spLocks noGrp="1"/>
          </p:cNvSpPr>
          <p:nvPr>
            <p:ph type="title"/>
          </p:nvPr>
        </p:nvSpPr>
        <p:spPr/>
        <p:txBody>
          <a:bodyPr/>
          <a:lstStyle/>
          <a:p>
            <a:r>
              <a:rPr lang="tr-TR" dirty="0" err="1"/>
              <a:t>Sources</a:t>
            </a:r>
            <a:r>
              <a:rPr lang="tr-TR" dirty="0"/>
              <a:t>	</a:t>
            </a:r>
          </a:p>
        </p:txBody>
      </p:sp>
      <p:sp>
        <p:nvSpPr>
          <p:cNvPr id="3" name="İçerik Yer Tutucusu 2">
            <a:extLst>
              <a:ext uri="{FF2B5EF4-FFF2-40B4-BE49-F238E27FC236}">
                <a16:creationId xmlns:a16="http://schemas.microsoft.com/office/drawing/2014/main" id="{C8198506-C323-62CF-2213-7156848BDF0A}"/>
              </a:ext>
            </a:extLst>
          </p:cNvPr>
          <p:cNvSpPr>
            <a:spLocks noGrp="1"/>
          </p:cNvSpPr>
          <p:nvPr>
            <p:ph idx="1"/>
          </p:nvPr>
        </p:nvSpPr>
        <p:spPr>
          <a:xfrm>
            <a:off x="471949" y="1728217"/>
            <a:ext cx="11513574" cy="5129784"/>
          </a:xfrm>
        </p:spPr>
        <p:txBody>
          <a:bodyPr>
            <a:normAutofit fontScale="62500" lnSpcReduction="20000"/>
          </a:bodyPr>
          <a:lstStyle/>
          <a:p>
            <a:r>
              <a:rPr lang="tr-TR" dirty="0">
                <a:hlinkClick r:id="rId2"/>
              </a:rPr>
              <a:t>https://www.7layers.com/en/technologies/2g/#:~:text=As%20in%20the%20case%20of,of%20up%20to%20220%20Kbps</a:t>
            </a:r>
            <a:r>
              <a:rPr lang="tr-TR" dirty="0"/>
              <a:t>.</a:t>
            </a:r>
            <a:endParaRPr lang="tr-TR" sz="1800" b="0" i="0" u="none" strike="noStrike" baseline="0" dirty="0">
              <a:latin typeface="Arial" panose="020B0604020202020204" pitchFamily="34" charset="0"/>
            </a:endParaRPr>
          </a:p>
          <a:p>
            <a:r>
              <a:rPr lang="tr-TR" sz="1800" b="0" i="0" u="none" strike="noStrike" baseline="0" dirty="0">
                <a:solidFill>
                  <a:srgbClr val="0000FF"/>
                </a:solidFill>
                <a:latin typeface="Calibri" panose="020F0502020204030204" pitchFamily="34" charset="0"/>
              </a:rPr>
              <a:t>http://www.slideshare.net/kaushal_kaith/3g-4g-5g </a:t>
            </a:r>
          </a:p>
          <a:p>
            <a:r>
              <a:rPr lang="tr-TR" sz="1800" b="0" i="0" u="none" strike="noStrike" baseline="0" dirty="0">
                <a:solidFill>
                  <a:srgbClr val="0000FF"/>
                </a:solidFill>
                <a:latin typeface="Calibri" panose="020F0502020204030204" pitchFamily="34" charset="0"/>
              </a:rPr>
              <a:t>https://www.youtube.com/watch?v=hWHXTbdCe5Q </a:t>
            </a:r>
          </a:p>
          <a:p>
            <a:r>
              <a:rPr lang="tr-TR" sz="1800" b="0" i="0" u="none" strike="noStrike" baseline="0" dirty="0">
                <a:solidFill>
                  <a:srgbClr val="0000FF"/>
                </a:solidFill>
                <a:latin typeface="Calibri" panose="020F0502020204030204" pitchFamily="34" charset="0"/>
              </a:rPr>
              <a:t>http://www.marieclaire.co.uk/blogs/549946/1980s-fashion-icons-eighties-fashion-80s-style-moments.html </a:t>
            </a:r>
          </a:p>
          <a:p>
            <a:r>
              <a:rPr lang="tr-TR" sz="1800" b="0" i="0" u="none" strike="noStrike" baseline="0" dirty="0">
                <a:solidFill>
                  <a:srgbClr val="0000FF"/>
                </a:solidFill>
                <a:latin typeface="Calibri" panose="020F0502020204030204" pitchFamily="34" charset="0"/>
              </a:rPr>
              <a:t>https://en.wikipedia.org/wiki/1G </a:t>
            </a:r>
          </a:p>
          <a:p>
            <a:r>
              <a:rPr lang="tr-TR" sz="1800" b="0" i="0" u="none" strike="noStrike" baseline="0" dirty="0">
                <a:solidFill>
                  <a:srgbClr val="0000FF"/>
                </a:solidFill>
                <a:latin typeface="Calibri" panose="020F0502020204030204" pitchFamily="34" charset="0"/>
              </a:rPr>
              <a:t>http://www.zseries.in/telecom%20lab/telecom%20generations/#.V9LDI_mLRhE </a:t>
            </a:r>
          </a:p>
          <a:p>
            <a:r>
              <a:rPr lang="tr-TR" sz="1800" b="0" i="0" u="none" strike="noStrike" baseline="0" dirty="0">
                <a:solidFill>
                  <a:srgbClr val="0000FF"/>
                </a:solidFill>
                <a:latin typeface="Calibri" panose="020F0502020204030204" pitchFamily="34" charset="0"/>
              </a:rPr>
              <a:t>http://www.speedguide.net/faq/what-are-1g-2g-3g-and-4g-networks-365 </a:t>
            </a:r>
          </a:p>
          <a:p>
            <a:r>
              <a:rPr lang="tr-TR" sz="1800" b="0" i="0" u="none" strike="noStrike" baseline="0" dirty="0">
                <a:solidFill>
                  <a:srgbClr val="0000FF"/>
                </a:solidFill>
                <a:latin typeface="Calibri" panose="020F0502020204030204" pitchFamily="34" charset="0"/>
              </a:rPr>
              <a:t>http://infoboxdaily.com/wp-content/uploads/2014/10/eden.dei.uc.pt_~vasco_Papers_files_Mobile_evolution_v1.5.1.pdf </a:t>
            </a:r>
          </a:p>
          <a:p>
            <a:r>
              <a:rPr lang="tr-TR" sz="1800" b="0" i="0" u="none" strike="noStrike" baseline="0" dirty="0">
                <a:solidFill>
                  <a:srgbClr val="0000FF"/>
                </a:solidFill>
                <a:latin typeface="Calibri" panose="020F0502020204030204" pitchFamily="34" charset="0"/>
              </a:rPr>
              <a:t>http://d.researchbib.com/f/annJcwp21wYzAioF9xo2AmY3OupTIlpl9OqJq1p3DlZQRmY1LlFGtlZQRmZGphpTEz.pdf </a:t>
            </a:r>
          </a:p>
          <a:p>
            <a:r>
              <a:rPr lang="tr-TR" sz="1800" b="0" i="0" u="none" strike="noStrike" baseline="0" dirty="0">
                <a:solidFill>
                  <a:srgbClr val="0000FF"/>
                </a:solidFill>
                <a:latin typeface="Calibri" panose="020F0502020204030204" pitchFamily="34" charset="0"/>
              </a:rPr>
              <a:t>https://5g.co.uk/guides/5g-frequencies-in-the-uk-what-you-need-to-know/ </a:t>
            </a:r>
          </a:p>
          <a:p>
            <a:r>
              <a:rPr lang="tr-TR" sz="1800" b="0" i="0" u="none" strike="noStrike" baseline="0" dirty="0">
                <a:solidFill>
                  <a:srgbClr val="0000FF"/>
                </a:solidFill>
                <a:latin typeface="Calibri" panose="020F0502020204030204" pitchFamily="34" charset="0"/>
              </a:rPr>
              <a:t>https://www.linkedin.com/pulse/evolution-mobile-communication-from-1g-4g-5g-6g-7g-pmp-cfps </a:t>
            </a:r>
          </a:p>
          <a:p>
            <a:r>
              <a:rPr lang="tr-TR" sz="1800" b="0" i="0" u="none" strike="noStrike" baseline="0" dirty="0">
                <a:solidFill>
                  <a:srgbClr val="0000FF"/>
                </a:solidFill>
                <a:latin typeface="Calibri" panose="020F0502020204030204" pitchFamily="34" charset="0"/>
              </a:rPr>
              <a:t>https://www.youtube.com/watch?v=2jAk-tVDKtc </a:t>
            </a:r>
          </a:p>
          <a:p>
            <a:r>
              <a:rPr lang="tr-TR" sz="1800" b="0" i="0" u="none" strike="noStrike" baseline="0" dirty="0">
                <a:solidFill>
                  <a:srgbClr val="0000FF"/>
                </a:solidFill>
                <a:latin typeface="Calibri" panose="020F0502020204030204" pitchFamily="34" charset="0"/>
              </a:rPr>
              <a:t>http://www.gsmarena.com/network-bands.php3 </a:t>
            </a:r>
          </a:p>
          <a:p>
            <a:r>
              <a:rPr lang="tr-TR" sz="1800" b="0" i="0" u="none" strike="noStrike" baseline="0" dirty="0">
                <a:solidFill>
                  <a:srgbClr val="0000FF"/>
                </a:solidFill>
                <a:latin typeface="Calibri" panose="020F0502020204030204" pitchFamily="34" charset="0"/>
              </a:rPr>
              <a:t>http://www.slideshare.net/nimay1/mobile-tower-site </a:t>
            </a:r>
          </a:p>
          <a:p>
            <a:r>
              <a:rPr lang="tr-TR" sz="1800" b="0" i="0" u="none" strike="noStrike" baseline="0" dirty="0">
                <a:solidFill>
                  <a:srgbClr val="0000FF"/>
                </a:solidFill>
                <a:latin typeface="Calibri" panose="020F0502020204030204" pitchFamily="34" charset="0"/>
              </a:rPr>
              <a:t>http://www.futuretimeline.net/blog/2015/01/22.htm#.V9e4TvmLRhE </a:t>
            </a:r>
          </a:p>
          <a:p>
            <a:r>
              <a:rPr lang="tr-TR" sz="1800" dirty="0">
                <a:solidFill>
                  <a:srgbClr val="0000FF"/>
                </a:solidFill>
                <a:latin typeface="Calibri" panose="020F0502020204030204" pitchFamily="34" charset="0"/>
              </a:rPr>
              <a:t>h</a:t>
            </a:r>
            <a:r>
              <a:rPr lang="tr-TR" sz="1800" b="0" i="0" u="none" strike="noStrike" baseline="0" dirty="0">
                <a:solidFill>
                  <a:srgbClr val="0000FF"/>
                </a:solidFill>
                <a:latin typeface="Calibri" panose="020F0502020204030204" pitchFamily="34" charset="0"/>
              </a:rPr>
              <a:t>ttp://www.phonearena.com/news/1G-2G-3G-4G-The-evolution-of-wireless-generations_id46952 </a:t>
            </a:r>
          </a:p>
          <a:p>
            <a:r>
              <a:rPr lang="tr-TR" sz="1800" dirty="0">
                <a:solidFill>
                  <a:srgbClr val="000000"/>
                </a:solidFill>
                <a:latin typeface="Arial" panose="020B0604020202020204" pitchFamily="34" charset="0"/>
              </a:rPr>
              <a:t>h</a:t>
            </a:r>
            <a:r>
              <a:rPr lang="tr-TR" sz="1800" b="0" i="0" u="none" strike="noStrike" baseline="0" dirty="0">
                <a:solidFill>
                  <a:srgbClr val="0000FF"/>
                </a:solidFill>
                <a:latin typeface="Calibri" panose="020F0502020204030204" pitchFamily="34" charset="0"/>
              </a:rPr>
              <a:t>ttp://gizmodo.com/what-is-5g-and-how-will-it-make-my-life-better-1760847799 </a:t>
            </a:r>
          </a:p>
          <a:p>
            <a:endParaRPr lang="tr-TR" dirty="0"/>
          </a:p>
          <a:p>
            <a:pPr marL="0" indent="0">
              <a:buNone/>
            </a:pPr>
            <a:endParaRPr lang="tr-TR" dirty="0"/>
          </a:p>
        </p:txBody>
      </p:sp>
    </p:spTree>
    <p:extLst>
      <p:ext uri="{BB962C8B-B14F-4D97-AF65-F5344CB8AC3E}">
        <p14:creationId xmlns:p14="http://schemas.microsoft.com/office/powerpoint/2010/main" val="3700956782"/>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TotalTime>
  <Words>2204</Words>
  <Application>Microsoft Office PowerPoint</Application>
  <PresentationFormat>Geniş ekran</PresentationFormat>
  <Paragraphs>173</Paragraphs>
  <Slides>28</Slides>
  <Notes>1</Notes>
  <HiddenSlides>0</HiddenSlides>
  <MMClips>0</MMClips>
  <ScaleCrop>false</ScaleCrop>
  <HeadingPairs>
    <vt:vector size="6" baseType="variant">
      <vt:variant>
        <vt:lpstr>Kullanılan Yazı Tipleri</vt:lpstr>
      </vt:variant>
      <vt:variant>
        <vt:i4>9</vt:i4>
      </vt:variant>
      <vt:variant>
        <vt:lpstr>Tema</vt:lpstr>
      </vt:variant>
      <vt:variant>
        <vt:i4>1</vt:i4>
      </vt:variant>
      <vt:variant>
        <vt:lpstr>Slayt Başlıkları</vt:lpstr>
      </vt:variant>
      <vt:variant>
        <vt:i4>28</vt:i4>
      </vt:variant>
    </vt:vector>
  </HeadingPairs>
  <TitlesOfParts>
    <vt:vector size="38" baseType="lpstr">
      <vt:lpstr>Arial</vt:lpstr>
      <vt:lpstr>Avenir Next LT Pro</vt:lpstr>
      <vt:lpstr>Calibri</vt:lpstr>
      <vt:lpstr>Droid Serif</vt:lpstr>
      <vt:lpstr>Neue Haas Grotesk Text Pro</vt:lpstr>
      <vt:lpstr>Open Sans</vt:lpstr>
      <vt:lpstr>Roboto</vt:lpstr>
      <vt:lpstr>source sans pro</vt:lpstr>
      <vt:lpstr>Times New Roman</vt:lpstr>
      <vt:lpstr>AccentBoxVTI</vt:lpstr>
      <vt:lpstr>Transition from 1G to 5G</vt:lpstr>
      <vt:lpstr>Contents</vt:lpstr>
      <vt:lpstr>ABSTRACT </vt:lpstr>
      <vt:lpstr>Changes</vt:lpstr>
      <vt:lpstr>1G – First generation mobile communication system</vt:lpstr>
      <vt:lpstr>Most popular 1G system during 1980s </vt:lpstr>
      <vt:lpstr>Advanced Mobile Phone System (AMPS) </vt:lpstr>
      <vt:lpstr>Key features (technology) of 1G system </vt:lpstr>
      <vt:lpstr>Disadvantages of 1G system (From 1980 to 1990 ) </vt:lpstr>
      <vt:lpstr>PowerPoint Sunusu</vt:lpstr>
      <vt:lpstr>2G – Second generation communication system GSM </vt:lpstr>
      <vt:lpstr>Key features of 2G system </vt:lpstr>
      <vt:lpstr>2.5G and 2.75G system </vt:lpstr>
      <vt:lpstr>PowerPoint Sunusu</vt:lpstr>
      <vt:lpstr>3G – Third generation communication system </vt:lpstr>
      <vt:lpstr>Key features of 3G system </vt:lpstr>
      <vt:lpstr>3.5G to 3.75 Systems </vt:lpstr>
      <vt:lpstr>Disadvantages of 3G systems </vt:lpstr>
      <vt:lpstr>4G – Fourth generation communication system </vt:lpstr>
      <vt:lpstr>Key features of 4G system </vt:lpstr>
      <vt:lpstr>Disadvantages of 4G system </vt:lpstr>
      <vt:lpstr>5G – Fifth generation communication system </vt:lpstr>
      <vt:lpstr>Key features of 5G technology </vt:lpstr>
      <vt:lpstr>Comparison of 1G to 5G technology </vt:lpstr>
      <vt:lpstr>PowerPoint Sunusu</vt:lpstr>
      <vt:lpstr>PowerPoint Sunusu</vt:lpstr>
      <vt:lpstr>PowerPoint Sunusu</vt:lpstr>
      <vt:lpstr>Sources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Transition from 1G to 5G</dc:title>
  <dc:creator>Kerim Turak</dc:creator>
  <cp:lastModifiedBy>Kerim Turak</cp:lastModifiedBy>
  <cp:revision>4</cp:revision>
  <dcterms:created xsi:type="dcterms:W3CDTF">2022-04-04T13:16:40Z</dcterms:created>
  <dcterms:modified xsi:type="dcterms:W3CDTF">2022-05-20T18:43:10Z</dcterms:modified>
</cp:coreProperties>
</file>